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4" name="rc1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5" name="rc1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6" name="rc1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7" name="rc1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8" name="rc1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9" name="rc1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0" name="rc1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1" name="rc1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2" name="rc1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3" name="rc1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4" name="rc1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5" name="rc1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6" name="rc1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7" name="rc1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8" name="rc1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9" name="rc1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0" name="rc1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1" name="rc1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2" name="rc1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3" name="rc1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4" name="rc1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5" name="rc1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6" name="rc1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7" name="rc1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8" name="rc1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9" name="rc1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0" name="rc1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1" name="rc1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2" name="rc1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3" name="rc1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4" name="rc1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5" name="rc1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6" name="rc1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7" name="rc1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8" name="rc1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9" name="rc1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0" name="rc1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1" name="rc1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2" name="rc1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3" name="rc1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4" name="rc1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5" name="rc1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6" name="rc1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7" name="rc1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8" name="rc1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9" name="rc1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0" name="rc1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1" name="rc1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2" name="rc1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3" name="rc1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4" name="rc1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5" name="rc1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6" name="rc1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7" name="rc1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8" name="rc1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9" name="rc1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0" name="rc1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1" name="rc1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2" name="rc1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3" name="rc1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4" name="rc1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5" name="rc1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6" name="rc1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7" name="rc1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8" name="rc1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9" name="rc1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0" name="rc1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1" name="rc1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2" name="rc1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3" name="rc1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4" name="rc1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5" name="rc1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6" name="rc1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7" name="rc1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8" name="rc1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9" name="rc1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0" name="rc1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1" name="rc1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2" name="rc1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3" name="rc1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4" name="rc1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5" name="rc1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6" name="rc1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7" name="rc1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8" name="rc1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9" name="rc1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0" name="rc1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1" name="rc1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2" name="rc1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3" name="rc1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4" name="rc1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5" name="rc1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6" name="rc1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7" name="rc1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8" name="rc1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9" name="rc1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0" name="rc1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1" name="rc1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2" name="rc1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3" name="rc1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4" name="rc1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5" name="rc1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6" name="rc1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7" name="rc1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8" name="rc1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9" name="rc1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0" name="rc1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1" name="rc1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2" name="rc1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3" name="rc1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4" name="rc1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5" name="rc1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6" name="rc1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7" name="rc1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8" name="rc1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9" name="rc1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0" name="rc1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1" name="rc1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2" name="rc1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3" name="rc1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4" name="rc1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5" name="rc1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6" name="rc1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7" name="rc1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8" name="rc1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9" name="rc1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0" name="rc1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1" name="rc1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2" name="rc1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3" name="rc1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4" name="rc1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5" name="rc1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6" name="rc1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7" name="rc1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8" name="rc1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9" name="rc1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0" name="rc1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1" name="rc1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2" name="rc1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3" name="rc1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4" name="rc1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5" name="rc1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6" name="rc1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7" name="rc1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8" name="rc1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9" name="rc1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0" name="rc1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1" name="rc1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2" name="rc1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3" name="rc1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4" name="rc1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5" name="rc1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6" name="rc1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7" name="rc1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8" name="rc1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9" name="rc1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0" name="rc1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1" name="rc1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2" name="rc1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3" name="rc1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4" name="rc1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5" name="rc1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6" name="rc1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7" name="rc1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8" name="rc1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9" name="rc1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0" name="rc1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1" name="rc1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2" name="rc1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3" name="rc1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4" name="rc1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5" name="rc1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6" name="rc1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7" name="rc1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8" name="rc1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9" name="rc1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0" name="rc1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1" name="rc1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2" name="rc1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3" name="rc1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4" name="rc1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5" name="rc1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6" name="rc1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7" name="rc1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8" name="rc1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9" name="rc1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0" name="rc1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1" name="rc1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2" name="rc1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3" name="rc1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4" name="rc1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5" name="rc1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6" name="rc1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7" name="rc1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8" name="rc1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9" name="rc1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0" name="rc1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1" name="rc1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2" name="rc1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3" name="rc1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4" name="rc1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5" name="rc1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6" name="rc1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7" name="rc1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8" name="rc1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9" name="rc1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0" name="rc1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1" name="rc1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2" name="rc1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3" name="rc1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4" name="rc1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5" name="rc1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6" name="rc1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7" name="rc1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8" name="rc1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9" name="rc1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0" name="rc1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1" name="rc1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2" name="rc1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3" name="rc1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4" name="rc1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5" name="rc1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6" name="rc1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7" name="rc1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8" name="rc1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9" name="rc1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0" name="rc1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1" name="rc1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2" name="rc1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3" name="rc1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4" name="rc1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5" name="rc1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6" name="rc1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7" name="rc1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8" name="rc1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9" name="rc1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0" name="rc1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1" name="rc1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2" name="rc1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3" name="rc1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4" name="rc1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5" name="rc1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6" name="rc1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7" name="rc1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8" name="rc1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9" name="rc1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0" name="rc1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1" name="rc1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2" name="rc1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3" name="rc1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4" name="rc1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5" name="rc1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6" name="rc1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8" name="rc1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9" name="rc1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0" name="rc1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1" name="rc1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2" name="rc1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3" name="rc1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4" name="rc1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5" name="rc1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6" name="rc1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7" name="rc1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rc1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rc1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rc1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1" name="rc1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rc1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rc1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rc1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5" name="rc1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6" name="rc1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rc1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8" name="rc1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9" name="rc1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0" name="rc1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1" name="rc1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2" name="rc1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3" name="rc1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4" name="rc1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5" name="rc1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6" name="rc1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7" name="rc1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8" name="rc1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9" name="rc1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0" name="rc1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1" name="rc1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2" name="rc1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3" name="rc1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4" name="rc1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5" name="rc1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3703093" y="488494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4870974" y="434128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3091945" y="488944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2844018" y="510183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4662798" y="455235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4651641" y="455617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3644728" y="491579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2950412" y="501809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251239" y="376772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4620972" y="463635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4613430" y="463134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455820" y="491635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3544878" y="494153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4777436" y="444935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275559" y="485674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783085" y="300582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722490" y="322285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724182" y="321528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4605237" y="477336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3835068" y="478278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791476" y="304814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335275" y="356356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267689" y="351295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6342754" y="289950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6343849" y="289740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3208395" y="486515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150647" y="3845186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142505" y="383326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264014" y="402313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6681072" y="257252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104327" y="366678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937468" y="2869795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894575" y="289686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005068" y="425486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4996316" y="428030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522979" y="3273097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4181724" y="4878591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4230005" y="4877670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595680" y="325550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rc1535"/>
            <p:cNvSpPr/>
            <p:nvPr/>
          </p:nvSpPr>
          <p:spPr>
            <a:xfrm>
              <a:off x="2846145" y="510863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rc1536"/>
            <p:cNvSpPr/>
            <p:nvPr/>
          </p:nvSpPr>
          <p:spPr>
            <a:xfrm>
              <a:off x="3548924" y="4945376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rc1537"/>
            <p:cNvSpPr/>
            <p:nvPr/>
          </p:nvSpPr>
          <p:spPr>
            <a:xfrm>
              <a:off x="4610071" y="477834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rc1538"/>
            <p:cNvSpPr/>
            <p:nvPr/>
          </p:nvSpPr>
          <p:spPr>
            <a:xfrm>
              <a:off x="5130692" y="3829699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rc1539"/>
            <p:cNvSpPr/>
            <p:nvPr/>
          </p:nvSpPr>
          <p:spPr>
            <a:xfrm>
              <a:off x="5167074" y="3721898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rc1540"/>
            <p:cNvSpPr/>
            <p:nvPr/>
          </p:nvSpPr>
          <p:spPr>
            <a:xfrm>
              <a:off x="5162881" y="382461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rc1541"/>
            <p:cNvSpPr/>
            <p:nvPr/>
          </p:nvSpPr>
          <p:spPr>
            <a:xfrm>
              <a:off x="5788193" y="3011154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rc1542"/>
            <p:cNvSpPr/>
            <p:nvPr/>
          </p:nvSpPr>
          <p:spPr>
            <a:xfrm>
              <a:off x="5940595" y="2880330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2882274" y="5161877"/>
              <a:ext cx="3006" cy="45251"/>
            </a:xfrm>
            <a:custGeom>
              <a:avLst/>
              <a:pathLst>
                <a:path w="3006" h="45251">
                  <a:moveTo>
                    <a:pt x="0" y="45251"/>
                  </a:moveTo>
                  <a:lnTo>
                    <a:pt x="3006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3600056" y="4926956"/>
              <a:ext cx="56032" cy="48761"/>
            </a:xfrm>
            <a:custGeom>
              <a:avLst/>
              <a:pathLst>
                <a:path w="56032" h="48761">
                  <a:moveTo>
                    <a:pt x="56032" y="0"/>
                  </a:moveTo>
                  <a:lnTo>
                    <a:pt x="0" y="4876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661204" y="4760090"/>
              <a:ext cx="55850" cy="48595"/>
            </a:xfrm>
            <a:custGeom>
              <a:avLst/>
              <a:pathLst>
                <a:path w="55850" h="48595">
                  <a:moveTo>
                    <a:pt x="55850" y="0"/>
                  </a:moveTo>
                  <a:lnTo>
                    <a:pt x="0" y="4859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5760762" y="3060845"/>
              <a:ext cx="56330" cy="49037"/>
            </a:xfrm>
            <a:custGeom>
              <a:avLst/>
              <a:pathLst>
                <a:path w="56330" h="49037">
                  <a:moveTo>
                    <a:pt x="0" y="49037"/>
                  </a:moveTo>
                  <a:lnTo>
                    <a:pt x="5633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5991724" y="2861646"/>
              <a:ext cx="56314" cy="49023"/>
            </a:xfrm>
            <a:custGeom>
              <a:avLst/>
              <a:pathLst>
                <a:path w="56314" h="49023">
                  <a:moveTo>
                    <a:pt x="56314" y="0"/>
                  </a:moveTo>
                  <a:lnTo>
                    <a:pt x="0" y="4902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2618647" y="5207128"/>
              <a:ext cx="527243" cy="191932"/>
            </a:xfrm>
            <a:custGeom>
              <a:avLst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1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tx1549"/>
            <p:cNvSpPr/>
            <p:nvPr/>
          </p:nvSpPr>
          <p:spPr>
            <a:xfrm>
              <a:off x="2664367" y="5252848"/>
              <a:ext cx="435803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550" name="pg1550"/>
            <p:cNvSpPr/>
            <p:nvPr/>
          </p:nvSpPr>
          <p:spPr>
            <a:xfrm>
              <a:off x="3518863" y="4735023"/>
              <a:ext cx="519562" cy="191932"/>
            </a:xfrm>
            <a:custGeom>
              <a:avLst/>
              <a:pathLst>
                <a:path w="519562" h="191932">
                  <a:moveTo>
                    <a:pt x="27432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2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tx1551"/>
            <p:cNvSpPr/>
            <p:nvPr/>
          </p:nvSpPr>
          <p:spPr>
            <a:xfrm>
              <a:off x="3564583" y="4780743"/>
              <a:ext cx="428122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552" name="pg1552"/>
            <p:cNvSpPr/>
            <p:nvPr/>
          </p:nvSpPr>
          <p:spPr>
            <a:xfrm>
              <a:off x="4583607" y="4568157"/>
              <a:ext cx="511698" cy="191932"/>
            </a:xfrm>
            <a:custGeom>
              <a:avLst/>
              <a:pathLst>
                <a:path w="511698" h="191932">
                  <a:moveTo>
                    <a:pt x="27431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tx1553"/>
            <p:cNvSpPr/>
            <p:nvPr/>
          </p:nvSpPr>
          <p:spPr>
            <a:xfrm>
              <a:off x="4629327" y="4613877"/>
              <a:ext cx="420258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554" name="pg1554"/>
            <p:cNvSpPr/>
            <p:nvPr/>
          </p:nvSpPr>
          <p:spPr>
            <a:xfrm>
              <a:off x="5362914" y="3109883"/>
              <a:ext cx="550468" cy="191932"/>
            </a:xfrm>
            <a:custGeom>
              <a:avLst/>
              <a:pathLst>
                <a:path w="550468" h="191932">
                  <a:moveTo>
                    <a:pt x="27432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tx1555"/>
            <p:cNvSpPr/>
            <p:nvPr/>
          </p:nvSpPr>
          <p:spPr>
            <a:xfrm>
              <a:off x="5408634" y="3155603"/>
              <a:ext cx="459028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56" name="pg1556"/>
            <p:cNvSpPr/>
            <p:nvPr/>
          </p:nvSpPr>
          <p:spPr>
            <a:xfrm>
              <a:off x="5891481" y="2669713"/>
              <a:ext cx="558332" cy="191932"/>
            </a:xfrm>
            <a:custGeom>
              <a:avLst/>
              <a:pathLst>
                <a:path w="558332" h="191932">
                  <a:moveTo>
                    <a:pt x="27431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2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tx1557"/>
            <p:cNvSpPr/>
            <p:nvPr/>
          </p:nvSpPr>
          <p:spPr>
            <a:xfrm>
              <a:off x="5937201" y="2715433"/>
              <a:ext cx="466892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58" name="pl1558"/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pathLst>
                <a:path w="0"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tx1559"/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560" name="tx1560"/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1" name="tx1561"/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2" name="tx1562"/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563" name="tx1563"/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4" name="tx1564"/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5" name="tx1565"/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566" name="tx1566"/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7" name="tx1567"/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8" name="tx1568"/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569" name="tx1569"/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0" name="tx1570"/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1" name="tx1571"/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572" name="tx1572"/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3" name="tx1573"/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4" name="tx1574"/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575" name="tx1575"/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6" name="tx1576"/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7" name="pl1577"/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pathLst>
                <a:path w="4476454" h="0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tx1593"/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94" name="tx1594"/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5" name="tx1595"/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6" name="tx1596"/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1597" name="tx1597"/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8" name="tx1598"/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9" name="tx1599"/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1600" name="tx1600"/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1" name="tx1601"/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2" name="tx1602"/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1603" name="tx1603"/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4" name="tx1604"/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5" name="tx1605"/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1606" name="tx1606"/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7" name="tx1607"/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8" name="tx1608"/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1609" name="tx1609"/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0" name="tx1610"/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1" name="tx1611"/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1612" name="tx1612"/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3" name="tx1613"/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4" name="tx1614"/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1615" name="tx1615"/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6" name="tx1616"/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7" name="tx1617"/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1618" name="tx1618"/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9" name="tx1619"/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20" name="tx1620"/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621" name="tx1621"/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622" name="tx1622"/>
            <p:cNvSpPr/>
            <p:nvPr/>
          </p:nvSpPr>
          <p:spPr>
            <a:xfrm>
              <a:off x="2572908" y="1669789"/>
              <a:ext cx="337120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Seascape &amp; Experimental Population </a:t>
              </a:r>
            </a:p>
          </p:txBody>
        </p:sp>
        <p:sp>
          <p:nvSpPr>
            <p:cNvPr id="1623" name="tx1623"/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57903" y="1600200"/>
              <a:ext cx="4628193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8941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670248" y="2084613"/>
              <a:ext cx="112623" cy="211773"/>
            </a:xfrm>
            <a:custGeom>
              <a:avLst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804745" y="3497801"/>
              <a:ext cx="215821" cy="415685"/>
            </a:xfrm>
            <a:custGeom>
              <a:avLst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57595" y="5516533"/>
              <a:ext cx="101935" cy="186280"/>
            </a:xfrm>
            <a:custGeom>
              <a:avLst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1994" y="5097035"/>
              <a:ext cx="592216" cy="603094"/>
            </a:xfrm>
            <a:custGeom>
              <a:avLst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16413" y="1896563"/>
              <a:ext cx="1751847" cy="3798672"/>
            </a:xfrm>
            <a:custGeom>
              <a:avLst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92685" y="1896563"/>
              <a:ext cx="1082264" cy="973826"/>
            </a:xfrm>
            <a:custGeom>
              <a:avLst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00372" y="1896563"/>
              <a:ext cx="28664" cy="147362"/>
            </a:xfrm>
            <a:custGeom>
              <a:avLst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777088" y="3716594"/>
              <a:ext cx="158117" cy="136934"/>
            </a:xfrm>
            <a:custGeom>
              <a:avLst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3748271" y="4431820"/>
              <a:ext cx="158117" cy="136934"/>
            </a:xfrm>
            <a:custGeom>
              <a:avLst/>
              <a:pathLst>
                <a:path w="158117" h="136934">
                  <a:moveTo>
                    <a:pt x="79058" y="0"/>
                  </a:moveTo>
                  <a:lnTo>
                    <a:pt x="158117" y="136934"/>
                  </a:lnTo>
                  <a:lnTo>
                    <a:pt x="0" y="136934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681463" y="4518498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931498" y="3767869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902680" y="4483095"/>
              <a:ext cx="80029" cy="8002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540078" y="411758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5117609" y="2695974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653128" y="2343609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848771" y="4656972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92814" y="4573973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30435" y="3414728"/>
              <a:ext cx="90303" cy="903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85244" y="3517473"/>
              <a:ext cx="959892" cy="286314"/>
            </a:xfrm>
            <a:custGeom>
              <a:avLst/>
              <a:pathLst>
                <a:path w="959892" h="286314">
                  <a:moveTo>
                    <a:pt x="959892" y="0"/>
                  </a:moveTo>
                  <a:lnTo>
                    <a:pt x="0" y="28631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56412" y="4232746"/>
              <a:ext cx="948297" cy="286222"/>
            </a:xfrm>
            <a:custGeom>
              <a:avLst/>
              <a:pathLst>
                <a:path w="948297" h="286222">
                  <a:moveTo>
                    <a:pt x="948297" y="0"/>
                  </a:moveTo>
                  <a:lnTo>
                    <a:pt x="0" y="28622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45136" y="3419201"/>
              <a:ext cx="667694" cy="191932"/>
            </a:xfrm>
            <a:custGeom>
              <a:avLst/>
              <a:pathLst>
                <a:path w="667694" h="191932">
                  <a:moveTo>
                    <a:pt x="27432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4990856" y="3464921"/>
              <a:ext cx="57625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pg28"/>
            <p:cNvSpPr/>
            <p:nvPr/>
          </p:nvSpPr>
          <p:spPr>
            <a:xfrm>
              <a:off x="4904710" y="4134422"/>
              <a:ext cx="690920" cy="191932"/>
            </a:xfrm>
            <a:custGeom>
              <a:avLst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1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4950430" y="4180142"/>
              <a:ext cx="59948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813216" y="3545846"/>
              <a:ext cx="40663" cy="248197"/>
            </a:xfrm>
            <a:custGeom>
              <a:avLst/>
              <a:pathLst>
                <a:path w="40663" h="248197">
                  <a:moveTo>
                    <a:pt x="0" y="0"/>
                  </a:moveTo>
                  <a:lnTo>
                    <a:pt x="40663" y="24819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15396" y="4261791"/>
              <a:ext cx="11293" cy="247315"/>
            </a:xfrm>
            <a:custGeom>
              <a:avLst/>
              <a:pathLst>
                <a:path w="11293" h="247315">
                  <a:moveTo>
                    <a:pt x="0" y="0"/>
                  </a:moveTo>
                  <a:lnTo>
                    <a:pt x="11293" y="24731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129976" y="3419199"/>
              <a:ext cx="683239" cy="191932"/>
            </a:xfrm>
            <a:custGeom>
              <a:avLst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1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175696" y="3464919"/>
              <a:ext cx="591799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" name="pg34"/>
            <p:cNvSpPr/>
            <p:nvPr/>
          </p:nvSpPr>
          <p:spPr>
            <a:xfrm>
              <a:off x="3070160" y="4134424"/>
              <a:ext cx="745235" cy="191932"/>
            </a:xfrm>
            <a:custGeom>
              <a:avLst/>
              <a:pathLst>
                <a:path w="745235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5" y="164500"/>
                  </a:lnTo>
                  <a:lnTo>
                    <a:pt x="745235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115880" y="4180144"/>
              <a:ext cx="65379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723891" y="4572330"/>
              <a:ext cx="114586" cy="656103"/>
            </a:xfrm>
            <a:custGeom>
              <a:avLst/>
              <a:pathLst>
                <a:path w="114586" h="656103">
                  <a:moveTo>
                    <a:pt x="114586" y="656103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3838477" y="5145555"/>
              <a:ext cx="535106" cy="191932"/>
            </a:xfrm>
            <a:custGeom>
              <a:avLst/>
              <a:pathLst>
                <a:path w="535106" h="191932">
                  <a:moveTo>
                    <a:pt x="27432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2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84197" y="5191275"/>
              <a:ext cx="44366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2898941" y="1896563"/>
              <a:ext cx="0" cy="3824476"/>
            </a:xfrm>
            <a:custGeom>
              <a:avLst/>
              <a:pathLst>
                <a:path w="0"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2493411" y="52111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710947" y="519277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755661" y="521115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493411" y="47232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10947" y="470491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755661" y="472328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493411" y="42354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710947" y="421704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755661" y="423542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493411" y="37475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710947" y="37291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55661" y="374751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493411" y="32596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10947" y="324127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755661" y="325964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493411" y="277183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10947" y="275345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755661" y="277183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493411" y="22839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710947" y="226558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755661" y="228396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2864147" y="5252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64147" y="47643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864147" y="4276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64147" y="37886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64147" y="33007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64147" y="28129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64147" y="2325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898941" y="5721039"/>
              <a:ext cx="3917565" cy="0"/>
            </a:xfrm>
            <a:custGeom>
              <a:avLst/>
              <a:pathLst>
                <a:path w="3917565" h="0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557659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326761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095862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864964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634066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3420407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544766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589480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189509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313868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358582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958611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5082969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127684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727713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852071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896785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496815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621173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665887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4550806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90" name="tx90"/>
            <p:cNvSpPr/>
            <p:nvPr/>
          </p:nvSpPr>
          <p:spPr>
            <a:xfrm rot="-5400000">
              <a:off x="2129021" y="3758692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898941" y="1669789"/>
              <a:ext cx="2262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Common Garden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2026-01-18T13:54:12Z</dcterms:modified>
  <cp:category/>
</cp:coreProperties>
</file>