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4" name="rc7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5" name="rc7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6" name="rc7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7" name="rc7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8" name="rc7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9" name="rc7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0" name="rc7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1" name="rc7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3" name="rc7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4" name="rc7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5" name="rc7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6" name="rc7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7" name="rc7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8" name="rc7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9" name="rc7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0" name="rc7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1" name="rc7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2" name="rc7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3" name="rc7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4" name="rc7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5" name="rc7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6" name="rc7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7" name="rc7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8" name="rc7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9" name="rc7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0" name="rc7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1" name="rc7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2" name="rc7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3" name="rc7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4" name="rc7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5" name="rc7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6" name="rc7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7" name="rc7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8" name="rc7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9" name="rc7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0" name="rc7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1" name="rc7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2" name="rc7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3" name="rc7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4" name="rc7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5" name="rc7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6" name="rc7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7" name="rc7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8" name="rc7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9" name="rc7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0" name="rc7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1" name="rc7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2" name="rc7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3" name="rc7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4" name="rc7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5" name="rc7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6" name="rc7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7" name="rc7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8" name="rc7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9" name="rc7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0" name="rc7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1" name="rc7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2" name="rc7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3" name="rc7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4" name="rc7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5" name="rc7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6" name="rc7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7" name="rc7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8" name="rc7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9" name="rc7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0" name="rc7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1" name="rc7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2" name="rc7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3" name="rc7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4" name="rc7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5" name="rc7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6" name="rc7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7" name="rc7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8" name="rc7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9" name="rc7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0" name="rc8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1" name="rc8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2" name="rc8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3" name="rc8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4" name="rc8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5" name="rc8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6" name="rc8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7" name="rc8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8" name="rc8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9" name="rc8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0" name="rc8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1" name="rc8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2" name="rc8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3" name="rc8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4" name="rc8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5" name="rc8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6" name="rc8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7" name="rc8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8" name="rc8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9" name="rc8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0" name="rc8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1" name="rc8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2" name="rc8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3" name="rc8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4" name="rc8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5" name="rc8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6" name="rc8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7" name="rc8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8" name="rc8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9" name="rc8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0" name="rc8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2" name="rc8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3" name="rc8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4" name="rc8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5" name="rc8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6" name="rc8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7" name="rc8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8" name="rc8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9" name="rc8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0" name="rc8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1" name="rc8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2" name="rc8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3" name="rc8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4" name="rc8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5" name="rc8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6" name="rc8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7" name="rc8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8" name="rc8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9" name="rc8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rc8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rc8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rc8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5" name="rc8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rc8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rc8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rc8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9" name="rc8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rc9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rc9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rc9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3" name="rc9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rc9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rc9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rc9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7" name="rc9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rc9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rc9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rc9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1" name="rc9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rc9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rc9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rc9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5" name="rc9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rc9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rc9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rc9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9" name="rc9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rc9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rc9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rc9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3" name="rc9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4" name="rc9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5" name="rc9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6" name="rc9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7" name="rc9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8" name="rc9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9" name="rc9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0" name="rc9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1" name="rc9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2" name="rc9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3" name="rc9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4" name="rc9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5" name="rc9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6" name="rc9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7" name="rc9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8" name="rc9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9" name="rc9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0" name="rc9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1" name="rc9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2" name="rc9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4" name="rc9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5" name="rc9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6" name="rc9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8" name="rc9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9" name="rc9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1" name="rc9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2" name="rc9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3" name="rc9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5" name="rc9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6" name="rc9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8" name="rc9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9" name="rc9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0" name="rc9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2" name="rc9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3" name="rc9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" name="rc9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" name="rc9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" name="rc9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9" name="rc9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rc9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2" name="rc9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rc9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6" name="rc9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rc9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9" name="rc9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rc9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1" name="rc9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rc9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rc9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rc9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rc9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rc9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8" name="rc9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0" name="rc10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1" name="rc10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2" name="rc10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4" name="rc10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5" name="rc10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7" name="rc10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8" name="rc10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9" name="rc10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1" name="rc10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2" name="rc10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4" name="rc10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5" name="rc10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6" name="rc10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8" name="rc10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9" name="rc10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1" name="rc10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2" name="rc10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3" name="rc10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4" name="rc10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5" name="rc10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6" name="rc10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7" name="rc10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8" name="rc10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9" name="rc10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1" name="rc10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2" name="rc10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3" name="rc10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4" name="rc10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5" name="rc10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6" name="rc10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7" name="rc10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8" name="rc10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9" name="rc10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0" name="rc10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1" name="rc10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2" name="rc10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3" name="rc10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4" name="rc10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5" name="rc10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6" name="rc10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7" name="rc10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8" name="rc10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9" name="rc10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0" name="rc11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1" name="rc11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2" name="rc11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3" name="rc11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4" name="rc11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5" name="rc11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6" name="rc11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7" name="rc11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8" name="rc11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9" name="rc11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0" name="rc11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1" name="rc11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2" name="rc11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3" name="rc11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4" name="rc11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5" name="rc11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6" name="rc11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7" name="rc11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8" name="rc11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9" name="rc11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1" name="rc11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2" name="rc11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3" name="rc11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4" name="rc11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5" name="rc11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6" name="rc11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7" name="rc11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8" name="rc11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9" name="rc11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0" name="rc11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1" name="rc11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2" name="rc11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3" name="rc11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4" name="rc11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5" name="rc11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6" name="rc11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7" name="rc11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8" name="rc11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9" name="rc11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0" name="rc11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1" name="rc11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2" name="rc11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3" name="rc11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4" name="rc11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5" name="rc11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6" name="rc11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7" name="rc11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8" name="rc11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9" name="rc11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0" name="rc11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1" name="rc11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2" name="rc11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3" name="rc11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4" name="rc11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5" name="rc11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6" name="rc11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7" name="rc11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8" name="rc11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9" name="rc11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0" name="rc11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1" name="rc11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2" name="rc11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3" name="rc11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4" name="rc11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5" name="rc11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6" name="rc11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7" name="rc11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8" name="rc11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9" name="rc11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0" name="rc11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1" name="rc11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2" name="rc11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3" name="rc11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4" name="rc11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5" name="rc11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6" name="rc11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7" name="rc11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8" name="rc11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9" name="rc11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0" name="rc11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1" name="rc11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2" name="rc11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3" name="rc11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4" name="rc11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5" name="rc11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6" name="rc11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7" name="rc11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8" name="rc11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9" name="rc11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0" name="rc11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1" name="rc11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3" name="rc11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5" name="rc11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7" name="rc11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8" name="rc11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9" name="rc11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0" name="rc12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1" name="rc12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2" name="rc12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3" name="rc12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4" name="rc12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5" name="rc12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6" name="rc12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7" name="rc12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8" name="rc12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9" name="rc12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0" name="rc12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1" name="rc12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2" name="rc12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3" name="rc12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4" name="rc12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5" name="rc12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6" name="rc12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7" name="rc12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8" name="rc12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9" name="rc12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0" name="rc12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1" name="rc12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2" name="rc12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3" name="rc12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4" name="rc12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5" name="rc12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6" name="rc12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7" name="rc12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8" name="rc12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9" name="rc12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0" name="rc12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1" name="rc12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2" name="rc12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3" name="rc12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4" name="rc12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5" name="rc12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6" name="rc12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7" name="rc12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8" name="rc12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9" name="rc12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0" name="rc12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1" name="rc12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2" name="rc12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3" name="rc12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4" name="rc12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5" name="rc12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6" name="rc12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7" name="rc12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8" name="rc12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9" name="rc12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0" name="rc12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1" name="rc12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2" name="rc12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3" name="rc12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4" name="rc12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5" name="rc12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6" name="rc12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7" name="rc12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8" name="rc12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9" name="rc12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0" name="rc12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1" name="rc12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2" name="rc12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3" name="rc12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4" name="rc12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5" name="rc12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6" name="rc12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7" name="rc12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8" name="rc12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9" name="rc12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0" name="rc12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1" name="rc12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2" name="rc12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3" name="rc12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4" name="rc12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5" name="rc12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6" name="rc12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7" name="rc12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8" name="rc12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9" name="rc12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0" name="rc12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1" name="rc12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2" name="rc12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3" name="rc12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4" name="rc12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5" name="rc12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6" name="rc12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7" name="rc12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8" name="rc12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9" name="rc12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0" name="rc12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1" name="rc12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2" name="rc12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3" name="rc12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4" name="rc12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5" name="rc12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6" name="rc12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7" name="rc12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8" name="rc12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9" name="rc12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0" name="rc13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1" name="rc13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2" name="rc13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3" name="rc13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4" name="rc13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5" name="rc13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6" name="rc13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7" name="rc13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8" name="rc13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9" name="rc13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0" name="rc13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1" name="rc13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2" name="rc13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3" name="rc13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4" name="rc13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5" name="rc13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6" name="rc13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7" name="rc13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8" name="rc13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9" name="rc13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0" name="rc13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1" name="rc13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2" name="rc13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3" name="rc13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4" name="rc13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5" name="rc13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6" name="rc13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7" name="rc13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8" name="rc13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9" name="rc13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0" name="rc13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1" name="rc13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2" name="rc13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3" name="rc13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4" name="rc13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5" name="rc13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6" name="rc13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7" name="rc13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8" name="rc13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9" name="rc13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0" name="rc13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1" name="rc13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2" name="rc13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3" name="rc13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4" name="rc13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5" name="rc13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6" name="rc13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7" name="rc13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8" name="rc13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9" name="rc13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0" name="rc13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1" name="rc13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2" name="rc13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3" name="rc13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4" name="rc13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5" name="rc13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6" name="rc13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7" name="rc13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8" name="rc13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9" name="rc13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0" name="rc13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1" name="rc13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2" name="rc13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3" name="rc13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4" name="rc13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5" name="rc13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6" name="rc13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7" name="rc13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8" name="rc13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9" name="rc13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0" name="rc13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1" name="rc13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2" name="rc13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3" name="rc13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4" name="rc13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5" name="rc13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6" name="rc13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7" name="rc13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8" name="rc13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9" name="rc13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0" name="rc13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1" name="rc13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2" name="rc13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3" name="rc13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4" name="rc13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5" name="rc13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6" name="rc13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7" name="rc13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8" name="rc13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9" name="rc13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0" name="rc13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1" name="rc13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2" name="rc13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3" name="rc13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4" name="rc13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5" name="rc13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6" name="rc139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7" name="rc139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8" name="rc139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9" name="rc139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0" name="rc140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1" name="rc140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2" name="rc140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3" name="rc140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4" name="rc140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5" name="rc140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6" name="rc140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7" name="rc140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8" name="rc140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9" name="rc140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0" name="rc141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1" name="rc141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2" name="rc141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3" name="rc141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4" name="rc141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5" name="rc141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6" name="rc141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7" name="rc141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8" name="rc141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9" name="rc141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0" name="rc142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1" name="rc142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2" name="rc142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3" name="rc142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4" name="rc142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5" name="rc142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6" name="rc142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7" name="rc142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8" name="rc142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9" name="rc142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0" name="rc143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1" name="rc143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2" name="rc143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3" name="rc143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4" name="rc143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5" name="rc143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6" name="rc143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7" name="rc143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8" name="rc143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9" name="rc143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0" name="rc144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1" name="rc144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2" name="rc144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3" name="rc144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4" name="rc144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5" name="rc144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6" name="rc144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7" name="rc144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8" name="rc144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9" name="rc144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0" name="rc145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1" name="rc145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2" name="rc145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3" name="rc145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4" name="rc145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5" name="rc145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6" name="rc145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7" name="rc145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8" name="rc145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9" name="rc145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0" name="rc146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1" name="rc146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2" name="rc146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3" name="rc146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4" name="rc146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5" name="rc146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6" name="rc146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7" name="rc146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8" name="rc146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rc146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0" name="rc147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1" name="rc147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2" name="rc147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rc147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4" name="rc147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5" name="rc147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6" name="rc147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7" name="rc147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8" name="rc147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9" name="rc147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0" name="rc148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1" name="rc148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2" name="rc148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3" name="rc148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4" name="rc148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5" name="rc148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6" name="rc1486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7" name="rc1487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8" name="rc1488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9" name="rc1489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0" name="rc1490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1" name="rc1491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2" name="rc1492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3" name="rc1493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4" name="rc1494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5" name="rc1495"/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3675992" y="485784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4843873" y="431417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3064844" y="486234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2816917" y="507472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4635697" y="452525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4624539" y="452907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3617627" y="488869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2923311" y="499098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224138" y="374062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4593871" y="46092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4586328" y="460424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3428718" y="488925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3517777" y="491443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4750334" y="442224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3248458" y="482964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755984" y="29787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697081" y="31881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4578135" y="47462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3807967" y="475568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5764374" y="302104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308174" y="353645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240587" y="34858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6315652" y="287240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3181293" y="483805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123546" y="381808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115404" y="38061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236913" y="399603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077225" y="363968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910367" y="2842694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867473" y="286976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4977967" y="422776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4969215" y="425320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495878" y="324599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4154622" y="485149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4202904" y="485056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rc1531"/>
            <p:cNvSpPr/>
            <p:nvPr/>
          </p:nvSpPr>
          <p:spPr>
            <a:xfrm>
              <a:off x="2822127" y="508461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rc1532"/>
            <p:cNvSpPr/>
            <p:nvPr/>
          </p:nvSpPr>
          <p:spPr>
            <a:xfrm>
              <a:off x="3524907" y="4921359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rc1533"/>
            <p:cNvSpPr/>
            <p:nvPr/>
          </p:nvSpPr>
          <p:spPr>
            <a:xfrm>
              <a:off x="4586054" y="475432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rc1534"/>
            <p:cNvSpPr/>
            <p:nvPr/>
          </p:nvSpPr>
          <p:spPr>
            <a:xfrm>
              <a:off x="5106674" y="38056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rc1535"/>
            <p:cNvSpPr/>
            <p:nvPr/>
          </p:nvSpPr>
          <p:spPr>
            <a:xfrm>
              <a:off x="5143057" y="36978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rc1536"/>
            <p:cNvSpPr/>
            <p:nvPr/>
          </p:nvSpPr>
          <p:spPr>
            <a:xfrm>
              <a:off x="5138863" y="38005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rc1537"/>
            <p:cNvSpPr/>
            <p:nvPr/>
          </p:nvSpPr>
          <p:spPr>
            <a:xfrm>
              <a:off x="5764175" y="2987136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rc1538"/>
            <p:cNvSpPr/>
            <p:nvPr/>
          </p:nvSpPr>
          <p:spPr>
            <a:xfrm>
              <a:off x="5916577" y="2856313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2882250" y="4929212"/>
              <a:ext cx="3673" cy="206193"/>
            </a:xfrm>
            <a:custGeom>
              <a:avLst/>
              <a:pathLst>
                <a:path w="3673" h="206193">
                  <a:moveTo>
                    <a:pt x="0" y="0"/>
                  </a:moveTo>
                  <a:lnTo>
                    <a:pt x="3673" y="20619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457819" y="4646144"/>
              <a:ext cx="126236" cy="326611"/>
            </a:xfrm>
            <a:custGeom>
              <a:avLst/>
              <a:pathLst>
                <a:path w="126236" h="326611">
                  <a:moveTo>
                    <a:pt x="0" y="0"/>
                  </a:moveTo>
                  <a:lnTo>
                    <a:pt x="126236" y="32661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4468121" y="4564000"/>
              <a:ext cx="173776" cy="242912"/>
            </a:xfrm>
            <a:custGeom>
              <a:avLst/>
              <a:pathLst>
                <a:path w="173776" h="242912">
                  <a:moveTo>
                    <a:pt x="0" y="0"/>
                  </a:moveTo>
                  <a:lnTo>
                    <a:pt x="173776" y="2429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5779285" y="2839340"/>
              <a:ext cx="45915" cy="198810"/>
            </a:xfrm>
            <a:custGeom>
              <a:avLst/>
              <a:pathLst>
                <a:path w="45915" h="198810">
                  <a:moveTo>
                    <a:pt x="0" y="0"/>
                  </a:moveTo>
                  <a:lnTo>
                    <a:pt x="45915" y="19881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5858984" y="2616148"/>
              <a:ext cx="116589" cy="291601"/>
            </a:xfrm>
            <a:custGeom>
              <a:avLst/>
              <a:pathLst>
                <a:path w="116589" h="291601">
                  <a:moveTo>
                    <a:pt x="0" y="0"/>
                  </a:moveTo>
                  <a:lnTo>
                    <a:pt x="116589" y="29160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2618628" y="4737279"/>
              <a:ext cx="527243" cy="191932"/>
            </a:xfrm>
            <a:custGeom>
              <a:avLst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1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tx1545"/>
            <p:cNvSpPr/>
            <p:nvPr/>
          </p:nvSpPr>
          <p:spPr>
            <a:xfrm>
              <a:off x="2664348" y="4782999"/>
              <a:ext cx="435803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546" name="pg1546"/>
            <p:cNvSpPr/>
            <p:nvPr/>
          </p:nvSpPr>
          <p:spPr>
            <a:xfrm>
              <a:off x="3191025" y="4454211"/>
              <a:ext cx="519562" cy="191932"/>
            </a:xfrm>
            <a:custGeom>
              <a:avLst/>
              <a:pathLst>
                <a:path w="519562" h="191932">
                  <a:moveTo>
                    <a:pt x="27432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tx1547"/>
            <p:cNvSpPr/>
            <p:nvPr/>
          </p:nvSpPr>
          <p:spPr>
            <a:xfrm>
              <a:off x="3236745" y="4499931"/>
              <a:ext cx="428122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548" name="pg1548"/>
            <p:cNvSpPr/>
            <p:nvPr/>
          </p:nvSpPr>
          <p:spPr>
            <a:xfrm>
              <a:off x="4170421" y="4372067"/>
              <a:ext cx="511698" cy="191932"/>
            </a:xfrm>
            <a:custGeom>
              <a:avLst/>
              <a:pathLst>
                <a:path w="511698" h="191932">
                  <a:moveTo>
                    <a:pt x="27431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tx1549"/>
            <p:cNvSpPr/>
            <p:nvPr/>
          </p:nvSpPr>
          <p:spPr>
            <a:xfrm>
              <a:off x="4216141" y="4417787"/>
              <a:ext cx="420258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550" name="pg1550"/>
            <p:cNvSpPr/>
            <p:nvPr/>
          </p:nvSpPr>
          <p:spPr>
            <a:xfrm>
              <a:off x="5228816" y="2707424"/>
              <a:ext cx="550468" cy="191932"/>
            </a:xfrm>
            <a:custGeom>
              <a:avLst/>
              <a:pathLst>
                <a:path w="550468" h="191932">
                  <a:moveTo>
                    <a:pt x="27432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tx1551"/>
            <p:cNvSpPr/>
            <p:nvPr/>
          </p:nvSpPr>
          <p:spPr>
            <a:xfrm>
              <a:off x="5274536" y="2753144"/>
              <a:ext cx="459028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552" name="pg1552"/>
            <p:cNvSpPr/>
            <p:nvPr/>
          </p:nvSpPr>
          <p:spPr>
            <a:xfrm>
              <a:off x="5572817" y="2424215"/>
              <a:ext cx="558332" cy="191932"/>
            </a:xfrm>
            <a:custGeom>
              <a:avLst/>
              <a:pathLst>
                <a:path w="558332" h="191932">
                  <a:moveTo>
                    <a:pt x="27431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tx1553"/>
            <p:cNvSpPr/>
            <p:nvPr/>
          </p:nvSpPr>
          <p:spPr>
            <a:xfrm>
              <a:off x="5618537" y="2469935"/>
              <a:ext cx="466892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554" name="pl1554"/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pathLst>
                <a:path w="0"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tx1555"/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556" name="tx1556"/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57" name="tx1557"/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58" name="tx1558"/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559" name="tx1559"/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0" name="tx1560"/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1" name="tx1561"/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1562" name="tx1562"/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3" name="tx1563"/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4" name="tx1564"/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565" name="tx1565"/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6" name="tx1566"/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67" name="tx1567"/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1568" name="tx1568"/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69" name="tx1569"/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0" name="tx1570"/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571" name="tx1571"/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72" name="tx1572"/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73" name="pl1573"/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pathLst>
                <a:path w="4476454" h="0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tx1589"/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90" name="tx1590"/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91" name="tx1591"/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592" name="tx1592"/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1593" name="tx1593"/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94" name="tx1594"/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595" name="tx1595"/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1596" name="tx1596"/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97" name="tx1597"/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598" name="tx1598"/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1599" name="tx1599"/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0" name="tx1600"/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1" name="tx1601"/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1602" name="tx1602"/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3" name="tx1603"/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4" name="tx1604"/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1605" name="tx1605"/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6" name="tx1606"/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07" name="tx1607"/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1608" name="tx1608"/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09" name="tx1609"/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0" name="tx1610"/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1611" name="tx1611"/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2" name="tx1612"/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3" name="tx1613"/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1614" name="tx1614"/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15" name="tx1615"/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16" name="tx1616"/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617" name="tx1617"/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618" name="tx1618"/>
            <p:cNvSpPr/>
            <p:nvPr/>
          </p:nvSpPr>
          <p:spPr>
            <a:xfrm>
              <a:off x="2572908" y="1669789"/>
              <a:ext cx="37248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 </a:t>
              </a:r>
            </a:p>
          </p:txBody>
        </p:sp>
        <p:sp>
          <p:nvSpPr>
            <p:cNvPr id="1619" name="tx1619"/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48127" y="1600200"/>
              <a:ext cx="584774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89166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060472" y="2084613"/>
              <a:ext cx="112623" cy="211773"/>
            </a:xfrm>
            <a:custGeom>
              <a:avLst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194970" y="3497801"/>
              <a:ext cx="215821" cy="415685"/>
            </a:xfrm>
            <a:custGeom>
              <a:avLst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147820" y="5516533"/>
              <a:ext cx="132471" cy="204506"/>
            </a:xfrm>
            <a:custGeom>
              <a:avLst/>
              <a:pathLst>
                <a:path w="132471" h="204506">
                  <a:moveTo>
                    <a:pt x="15317" y="204506"/>
                  </a:moveTo>
                  <a:lnTo>
                    <a:pt x="16373" y="190905"/>
                  </a:ln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32471" y="204506"/>
                  </a:lnTo>
                  <a:lnTo>
                    <a:pt x="132471" y="20450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07155" y="5097035"/>
              <a:ext cx="660121" cy="624003"/>
            </a:xfrm>
            <a:custGeom>
              <a:avLst/>
              <a:pathLst>
                <a:path w="660121" h="624003">
                  <a:moveTo>
                    <a:pt x="0" y="624003"/>
                  </a:moveTo>
                  <a:lnTo>
                    <a:pt x="41577" y="615595"/>
                  </a:lnTo>
                  <a:lnTo>
                    <a:pt x="83487" y="576766"/>
                  </a:lnTo>
                  <a:lnTo>
                    <a:pt x="114732" y="512782"/>
                  </a:lnTo>
                  <a:lnTo>
                    <a:pt x="162801" y="508256"/>
                  </a:lnTo>
                  <a:lnTo>
                    <a:pt x="234942" y="529886"/>
                  </a:lnTo>
                  <a:lnTo>
                    <a:pt x="201707" y="457802"/>
                  </a:lnTo>
                  <a:lnTo>
                    <a:pt x="239260" y="480241"/>
                  </a:lnTo>
                  <a:lnTo>
                    <a:pt x="294464" y="500871"/>
                  </a:lnTo>
                  <a:lnTo>
                    <a:pt x="301337" y="433218"/>
                  </a:lnTo>
                  <a:lnTo>
                    <a:pt x="296117" y="370567"/>
                  </a:lnTo>
                  <a:lnTo>
                    <a:pt x="367732" y="414256"/>
                  </a:lnTo>
                  <a:lnTo>
                    <a:pt x="448135" y="439173"/>
                  </a:lnTo>
                  <a:lnTo>
                    <a:pt x="499809" y="471666"/>
                  </a:lnTo>
                  <a:lnTo>
                    <a:pt x="548215" y="532982"/>
                  </a:lnTo>
                  <a:lnTo>
                    <a:pt x="512427" y="381716"/>
                  </a:lnTo>
                  <a:lnTo>
                    <a:pt x="467625" y="269373"/>
                  </a:lnTo>
                  <a:lnTo>
                    <a:pt x="426391" y="224351"/>
                  </a:lnTo>
                  <a:lnTo>
                    <a:pt x="415388" y="180805"/>
                  </a:lnTo>
                  <a:lnTo>
                    <a:pt x="435629" y="105100"/>
                  </a:lnTo>
                  <a:lnTo>
                    <a:pt x="440774" y="85900"/>
                  </a:lnTo>
                  <a:lnTo>
                    <a:pt x="430259" y="57695"/>
                  </a:lnTo>
                  <a:lnTo>
                    <a:pt x="436493" y="20962"/>
                  </a:lnTo>
                  <a:lnTo>
                    <a:pt x="450989" y="0"/>
                  </a:lnTo>
                  <a:lnTo>
                    <a:pt x="472995" y="25774"/>
                  </a:lnTo>
                  <a:lnTo>
                    <a:pt x="491697" y="90331"/>
                  </a:lnTo>
                  <a:lnTo>
                    <a:pt x="495152" y="105958"/>
                  </a:lnTo>
                  <a:lnTo>
                    <a:pt x="556139" y="378619"/>
                  </a:lnTo>
                  <a:lnTo>
                    <a:pt x="618854" y="541892"/>
                  </a:lnTo>
                  <a:lnTo>
                    <a:pt x="660121" y="624003"/>
                  </a:lnTo>
                  <a:lnTo>
                    <a:pt x="660121" y="6240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06637" y="1896563"/>
              <a:ext cx="1751847" cy="3824476"/>
            </a:xfrm>
            <a:custGeom>
              <a:avLst/>
              <a:pathLst>
                <a:path w="1751847" h="3824476">
                  <a:moveTo>
                    <a:pt x="1288376" y="3824476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42" y="0"/>
                  </a:lnTo>
                  <a:lnTo>
                    <a:pt x="168444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82909" y="1896563"/>
              <a:ext cx="1082264" cy="973826"/>
            </a:xfrm>
            <a:custGeom>
              <a:avLst/>
              <a:pathLst>
                <a:path w="1082264" h="973826">
                  <a:moveTo>
                    <a:pt x="326571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90596" y="1896563"/>
              <a:ext cx="28666" cy="147362"/>
            </a:xfrm>
            <a:custGeom>
              <a:avLst/>
              <a:pathLst>
                <a:path w="28666" h="147362">
                  <a:moveTo>
                    <a:pt x="10004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6" y="0"/>
                  </a:lnTo>
                  <a:lnTo>
                    <a:pt x="2866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047669" y="4494480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297704" y="374385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268887" y="445907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903202" y="40904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480732" y="266887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016251" y="23165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211894" y="462987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155937" y="454687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893558" y="33876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3149063" y="3695522"/>
              <a:ext cx="194617" cy="168543"/>
            </a:xfrm>
            <a:custGeom>
              <a:avLst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3120245" y="4410747"/>
              <a:ext cx="194617" cy="168543"/>
            </a:xfrm>
            <a:custGeom>
              <a:avLst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76095" y="3807884"/>
              <a:ext cx="420896" cy="0"/>
            </a:xfrm>
            <a:custGeom>
              <a:avLst/>
              <a:pathLst>
                <a:path w="420896" h="0">
                  <a:moveTo>
                    <a:pt x="420896" y="0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47277" y="4523109"/>
              <a:ext cx="409280" cy="2"/>
            </a:xfrm>
            <a:custGeom>
              <a:avLst/>
              <a:pathLst>
                <a:path w="409280" h="2">
                  <a:moveTo>
                    <a:pt x="409280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3796991" y="3711918"/>
              <a:ext cx="667694" cy="191932"/>
            </a:xfrm>
            <a:custGeom>
              <a:avLst/>
              <a:pathLst>
                <a:path w="667694" h="191932">
                  <a:moveTo>
                    <a:pt x="27432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1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842711" y="3757638"/>
              <a:ext cx="57625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28" name="pg28"/>
            <p:cNvSpPr/>
            <p:nvPr/>
          </p:nvSpPr>
          <p:spPr>
            <a:xfrm>
              <a:off x="3756558" y="4427146"/>
              <a:ext cx="690920" cy="191932"/>
            </a:xfrm>
            <a:custGeom>
              <a:avLst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1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02278" y="4472866"/>
              <a:ext cx="59948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049619" y="3651547"/>
              <a:ext cx="185616" cy="147488"/>
            </a:xfrm>
            <a:custGeom>
              <a:avLst/>
              <a:pathLst>
                <a:path w="185616" h="147488">
                  <a:moveTo>
                    <a:pt x="0" y="0"/>
                  </a:moveTo>
                  <a:lnTo>
                    <a:pt x="185616" y="14748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80122" y="4375691"/>
              <a:ext cx="127768" cy="137051"/>
            </a:xfrm>
            <a:custGeom>
              <a:avLst/>
              <a:pathLst>
                <a:path w="127768" h="137051">
                  <a:moveTo>
                    <a:pt x="0" y="0"/>
                  </a:moveTo>
                  <a:lnTo>
                    <a:pt x="127768" y="13705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366379" y="3536287"/>
              <a:ext cx="683239" cy="191932"/>
            </a:xfrm>
            <a:custGeom>
              <a:avLst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2412099" y="3582007"/>
              <a:ext cx="591799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4" name="pg34"/>
            <p:cNvSpPr/>
            <p:nvPr/>
          </p:nvSpPr>
          <p:spPr>
            <a:xfrm>
              <a:off x="2334886" y="4251511"/>
              <a:ext cx="745236" cy="191932"/>
            </a:xfrm>
            <a:custGeom>
              <a:avLst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2380606" y="4297231"/>
              <a:ext cx="65379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114115" y="4572330"/>
              <a:ext cx="114586" cy="656103"/>
            </a:xfrm>
            <a:custGeom>
              <a:avLst/>
              <a:pathLst>
                <a:path w="114586" h="656103">
                  <a:moveTo>
                    <a:pt x="114586" y="656103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3228702" y="5145555"/>
              <a:ext cx="535106" cy="191932"/>
            </a:xfrm>
            <a:custGeom>
              <a:avLst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274422" y="5191275"/>
              <a:ext cx="44366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2289166" y="1896563"/>
              <a:ext cx="0" cy="3824476"/>
            </a:xfrm>
            <a:custGeom>
              <a:avLst/>
              <a:pathLst>
                <a:path w="0"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1883636" y="52111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101171" y="519277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145886" y="521115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883636" y="47232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101171" y="470491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45886" y="4723289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883636" y="42354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101171" y="421704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145886" y="423542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883636" y="37475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101171" y="37291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145886" y="3747514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883636" y="325964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101171" y="324127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145886" y="3259649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883636" y="277183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101171" y="275345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145886" y="277183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883636" y="22839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01171" y="226558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145886" y="228396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2254371" y="52522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254371" y="47643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54371" y="42765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254371" y="37886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254371" y="33007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254371" y="28129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254371" y="2325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289166" y="5721039"/>
              <a:ext cx="3917565" cy="0"/>
            </a:xfrm>
            <a:custGeom>
              <a:avLst/>
              <a:pathLst>
                <a:path w="3917565" h="0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7883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716985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486087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255189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024291" y="572103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2810632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934990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979704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579734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04092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748806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4348835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473194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17908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117937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5242296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287010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5887039" y="578366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6011398" y="57652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056112" y="5783669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941030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90" name="tx90"/>
            <p:cNvSpPr/>
            <p:nvPr/>
          </p:nvSpPr>
          <p:spPr>
            <a:xfrm rot="-5400000">
              <a:off x="1519246" y="3758692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91" name="rc91"/>
            <p:cNvSpPr/>
            <p:nvPr/>
          </p:nvSpPr>
          <p:spPr>
            <a:xfrm>
              <a:off x="6345910" y="3199943"/>
              <a:ext cx="1080373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6415499" y="3284985"/>
              <a:ext cx="24067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93" name="rc93"/>
            <p:cNvSpPr/>
            <p:nvPr/>
          </p:nvSpPr>
          <p:spPr>
            <a:xfrm>
              <a:off x="6415499" y="34702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6452974" y="350772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415499" y="36897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461194" y="37353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415499" y="390915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6427918" y="3906524"/>
              <a:ext cx="194617" cy="168543"/>
            </a:xfrm>
            <a:custGeom>
              <a:avLst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415499" y="412861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6427918" y="4125980"/>
              <a:ext cx="194617" cy="168543"/>
            </a:xfrm>
            <a:custGeom>
              <a:avLst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6704544" y="3539923"/>
              <a:ext cx="49715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704544" y="3759379"/>
              <a:ext cx="6521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704544" y="3978835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6704544" y="4198291"/>
              <a:ext cx="5214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289166" y="1669789"/>
              <a:ext cx="2262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Map of Common Garden Sites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2026-02-03T16:50:18Z</dcterms:modified>
  <cp:category/>
</cp:coreProperties>
</file>