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25047" y="1600200"/>
              <a:ext cx="5093904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72908" y="2077614"/>
              <a:ext cx="4476454" cy="3643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652034" y="5615851"/>
              <a:ext cx="11398" cy="16824"/>
            </a:xfrm>
            <a:custGeom>
              <a:avLst/>
              <a:pathLst>
                <a:path w="11398" h="16824">
                  <a:moveTo>
                    <a:pt x="11120" y="9100"/>
                  </a:moveTo>
                  <a:lnTo>
                    <a:pt x="180" y="0"/>
                  </a:lnTo>
                  <a:lnTo>
                    <a:pt x="0" y="2435"/>
                  </a:lnTo>
                  <a:lnTo>
                    <a:pt x="4770" y="11734"/>
                  </a:lnTo>
                  <a:lnTo>
                    <a:pt x="4770" y="15935"/>
                  </a:lnTo>
                  <a:lnTo>
                    <a:pt x="6366" y="16824"/>
                  </a:lnTo>
                  <a:lnTo>
                    <a:pt x="9721" y="13944"/>
                  </a:lnTo>
                  <a:lnTo>
                    <a:pt x="11398" y="11542"/>
                  </a:lnTo>
                  <a:lnTo>
                    <a:pt x="11120" y="910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716197" y="5602359"/>
              <a:ext cx="7065" cy="5973"/>
            </a:xfrm>
            <a:custGeom>
              <a:avLst/>
              <a:pathLst>
                <a:path w="7065" h="5973">
                  <a:moveTo>
                    <a:pt x="5475" y="0"/>
                  </a:moveTo>
                  <a:lnTo>
                    <a:pt x="1060" y="3982"/>
                  </a:lnTo>
                  <a:lnTo>
                    <a:pt x="0" y="5973"/>
                  </a:lnTo>
                  <a:lnTo>
                    <a:pt x="2120" y="5973"/>
                  </a:lnTo>
                  <a:lnTo>
                    <a:pt x="6890" y="3537"/>
                  </a:lnTo>
                  <a:lnTo>
                    <a:pt x="7065" y="1546"/>
                  </a:lnTo>
                  <a:lnTo>
                    <a:pt x="547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736699" y="5589071"/>
              <a:ext cx="5655" cy="5980"/>
            </a:xfrm>
            <a:custGeom>
              <a:avLst/>
              <a:pathLst>
                <a:path w="5655" h="5980">
                  <a:moveTo>
                    <a:pt x="4415" y="0"/>
                  </a:moveTo>
                  <a:lnTo>
                    <a:pt x="0" y="5980"/>
                  </a:lnTo>
                  <a:lnTo>
                    <a:pt x="3005" y="5316"/>
                  </a:lnTo>
                  <a:lnTo>
                    <a:pt x="5655" y="444"/>
                  </a:lnTo>
                  <a:lnTo>
                    <a:pt x="441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547417" y="2085407"/>
              <a:ext cx="312127" cy="121250"/>
            </a:xfrm>
            <a:custGeom>
              <a:avLst/>
              <a:pathLst>
                <a:path w="312127" h="121250">
                  <a:moveTo>
                    <a:pt x="67179" y="40170"/>
                  </a:moveTo>
                  <a:lnTo>
                    <a:pt x="79299" y="47977"/>
                  </a:lnTo>
                  <a:lnTo>
                    <a:pt x="90534" y="57460"/>
                  </a:lnTo>
                  <a:lnTo>
                    <a:pt x="96168" y="67888"/>
                  </a:lnTo>
                  <a:lnTo>
                    <a:pt x="102884" y="76379"/>
                  </a:lnTo>
                  <a:lnTo>
                    <a:pt x="161566" y="100812"/>
                  </a:lnTo>
                  <a:lnTo>
                    <a:pt x="188637" y="108414"/>
                  </a:lnTo>
                  <a:lnTo>
                    <a:pt x="216276" y="112595"/>
                  </a:lnTo>
                  <a:lnTo>
                    <a:pt x="253554" y="121250"/>
                  </a:lnTo>
                  <a:lnTo>
                    <a:pt x="300379" y="119177"/>
                  </a:lnTo>
                  <a:lnTo>
                    <a:pt x="306603" y="117514"/>
                  </a:lnTo>
                  <a:lnTo>
                    <a:pt x="312127" y="112855"/>
                  </a:lnTo>
                  <a:lnTo>
                    <a:pt x="307685" y="103782"/>
                  </a:lnTo>
                  <a:lnTo>
                    <a:pt x="298586" y="92602"/>
                  </a:lnTo>
                  <a:lnTo>
                    <a:pt x="273303" y="77713"/>
                  </a:lnTo>
                  <a:lnTo>
                    <a:pt x="263237" y="75291"/>
                  </a:lnTo>
                  <a:lnTo>
                    <a:pt x="207232" y="44905"/>
                  </a:lnTo>
                  <a:lnTo>
                    <a:pt x="182041" y="33478"/>
                  </a:lnTo>
                  <a:lnTo>
                    <a:pt x="156271" y="24057"/>
                  </a:lnTo>
                  <a:lnTo>
                    <a:pt x="133534" y="17871"/>
                  </a:lnTo>
                  <a:lnTo>
                    <a:pt x="81141" y="9688"/>
                  </a:lnTo>
                  <a:lnTo>
                    <a:pt x="39589" y="383"/>
                  </a:lnTo>
                  <a:lnTo>
                    <a:pt x="27021" y="0"/>
                  </a:lnTo>
                  <a:lnTo>
                    <a:pt x="12562" y="2586"/>
                  </a:lnTo>
                  <a:lnTo>
                    <a:pt x="0" y="8046"/>
                  </a:lnTo>
                  <a:lnTo>
                    <a:pt x="5054" y="16346"/>
                  </a:lnTo>
                  <a:lnTo>
                    <a:pt x="67179" y="4017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882020" y="2496637"/>
              <a:ext cx="167342" cy="201393"/>
            </a:xfrm>
            <a:custGeom>
              <a:avLst/>
              <a:pathLst>
                <a:path w="167342" h="201393">
                  <a:moveTo>
                    <a:pt x="167342" y="114109"/>
                  </a:moveTo>
                  <a:lnTo>
                    <a:pt x="156992" y="112622"/>
                  </a:lnTo>
                  <a:lnTo>
                    <a:pt x="141998" y="114086"/>
                  </a:lnTo>
                  <a:lnTo>
                    <a:pt x="140053" y="103638"/>
                  </a:lnTo>
                  <a:lnTo>
                    <a:pt x="133998" y="97877"/>
                  </a:lnTo>
                  <a:lnTo>
                    <a:pt x="125206" y="101613"/>
                  </a:lnTo>
                  <a:lnTo>
                    <a:pt x="119124" y="105670"/>
                  </a:lnTo>
                  <a:lnTo>
                    <a:pt x="110834" y="112923"/>
                  </a:lnTo>
                  <a:lnTo>
                    <a:pt x="101791" y="125143"/>
                  </a:lnTo>
                  <a:lnTo>
                    <a:pt x="103195" y="132882"/>
                  </a:lnTo>
                  <a:lnTo>
                    <a:pt x="85277" y="147572"/>
                  </a:lnTo>
                  <a:lnTo>
                    <a:pt x="88458" y="150890"/>
                  </a:lnTo>
                  <a:lnTo>
                    <a:pt x="115796" y="145875"/>
                  </a:lnTo>
                  <a:lnTo>
                    <a:pt x="114479" y="148982"/>
                  </a:lnTo>
                  <a:lnTo>
                    <a:pt x="89108" y="173251"/>
                  </a:lnTo>
                  <a:lnTo>
                    <a:pt x="84764" y="176323"/>
                  </a:lnTo>
                  <a:lnTo>
                    <a:pt x="77130" y="178191"/>
                  </a:lnTo>
                  <a:lnTo>
                    <a:pt x="69130" y="176788"/>
                  </a:lnTo>
                  <a:lnTo>
                    <a:pt x="63223" y="176843"/>
                  </a:lnTo>
                  <a:lnTo>
                    <a:pt x="48824" y="183056"/>
                  </a:lnTo>
                  <a:lnTo>
                    <a:pt x="45125" y="176747"/>
                  </a:lnTo>
                  <a:lnTo>
                    <a:pt x="49616" y="170213"/>
                  </a:lnTo>
                  <a:lnTo>
                    <a:pt x="58616" y="164192"/>
                  </a:lnTo>
                  <a:lnTo>
                    <a:pt x="58720" y="161694"/>
                  </a:lnTo>
                  <a:lnTo>
                    <a:pt x="51228" y="157993"/>
                  </a:lnTo>
                  <a:lnTo>
                    <a:pt x="57190" y="154004"/>
                  </a:lnTo>
                  <a:lnTo>
                    <a:pt x="70157" y="148687"/>
                  </a:lnTo>
                  <a:lnTo>
                    <a:pt x="70512" y="143802"/>
                  </a:lnTo>
                  <a:lnTo>
                    <a:pt x="62529" y="143515"/>
                  </a:lnTo>
                  <a:lnTo>
                    <a:pt x="47447" y="150302"/>
                  </a:lnTo>
                  <a:lnTo>
                    <a:pt x="43660" y="149235"/>
                  </a:lnTo>
                  <a:lnTo>
                    <a:pt x="65256" y="135242"/>
                  </a:lnTo>
                  <a:lnTo>
                    <a:pt x="74392" y="131103"/>
                  </a:lnTo>
                  <a:lnTo>
                    <a:pt x="83988" y="128503"/>
                  </a:lnTo>
                  <a:lnTo>
                    <a:pt x="102785" y="117364"/>
                  </a:lnTo>
                  <a:lnTo>
                    <a:pt x="107534" y="111425"/>
                  </a:lnTo>
                  <a:lnTo>
                    <a:pt x="111998" y="103618"/>
                  </a:lnTo>
                  <a:lnTo>
                    <a:pt x="110523" y="98979"/>
                  </a:lnTo>
                  <a:lnTo>
                    <a:pt x="113353" y="83543"/>
                  </a:lnTo>
                  <a:lnTo>
                    <a:pt x="124359" y="55544"/>
                  </a:lnTo>
                  <a:lnTo>
                    <a:pt x="130086" y="38213"/>
                  </a:lnTo>
                  <a:lnTo>
                    <a:pt x="130217" y="33896"/>
                  </a:lnTo>
                  <a:lnTo>
                    <a:pt x="119730" y="12124"/>
                  </a:lnTo>
                  <a:lnTo>
                    <a:pt x="119069" y="6554"/>
                  </a:lnTo>
                  <a:lnTo>
                    <a:pt x="121659" y="868"/>
                  </a:lnTo>
                  <a:lnTo>
                    <a:pt x="112610" y="0"/>
                  </a:lnTo>
                  <a:lnTo>
                    <a:pt x="103436" y="1525"/>
                  </a:lnTo>
                  <a:lnTo>
                    <a:pt x="98332" y="4755"/>
                  </a:lnTo>
                  <a:lnTo>
                    <a:pt x="82326" y="20506"/>
                  </a:lnTo>
                  <a:lnTo>
                    <a:pt x="69960" y="29838"/>
                  </a:lnTo>
                  <a:lnTo>
                    <a:pt x="63043" y="39274"/>
                  </a:lnTo>
                  <a:lnTo>
                    <a:pt x="57387" y="50338"/>
                  </a:lnTo>
                  <a:lnTo>
                    <a:pt x="28513" y="99095"/>
                  </a:lnTo>
                  <a:lnTo>
                    <a:pt x="21611" y="107319"/>
                  </a:lnTo>
                  <a:lnTo>
                    <a:pt x="9699" y="117617"/>
                  </a:lnTo>
                  <a:lnTo>
                    <a:pt x="1644" y="133114"/>
                  </a:lnTo>
                  <a:lnTo>
                    <a:pt x="0" y="149693"/>
                  </a:lnTo>
                  <a:lnTo>
                    <a:pt x="5092" y="181256"/>
                  </a:lnTo>
                  <a:lnTo>
                    <a:pt x="9732" y="187859"/>
                  </a:lnTo>
                  <a:lnTo>
                    <a:pt x="19234" y="197753"/>
                  </a:lnTo>
                  <a:lnTo>
                    <a:pt x="23682" y="201201"/>
                  </a:lnTo>
                  <a:lnTo>
                    <a:pt x="28983" y="201393"/>
                  </a:lnTo>
                  <a:lnTo>
                    <a:pt x="34567" y="199641"/>
                  </a:lnTo>
                  <a:lnTo>
                    <a:pt x="46065" y="200011"/>
                  </a:lnTo>
                  <a:lnTo>
                    <a:pt x="57824" y="196678"/>
                  </a:lnTo>
                  <a:lnTo>
                    <a:pt x="69802" y="196042"/>
                  </a:lnTo>
                  <a:lnTo>
                    <a:pt x="81873" y="198827"/>
                  </a:lnTo>
                  <a:lnTo>
                    <a:pt x="92031" y="198827"/>
                  </a:lnTo>
                  <a:lnTo>
                    <a:pt x="124135" y="189884"/>
                  </a:lnTo>
                  <a:lnTo>
                    <a:pt x="144391" y="177500"/>
                  </a:lnTo>
                  <a:lnTo>
                    <a:pt x="154533" y="166867"/>
                  </a:lnTo>
                  <a:lnTo>
                    <a:pt x="165571" y="158239"/>
                  </a:lnTo>
                  <a:lnTo>
                    <a:pt x="167342" y="1574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56603" y="2489371"/>
              <a:ext cx="266281" cy="153395"/>
            </a:xfrm>
            <a:custGeom>
              <a:avLst/>
              <a:pathLst>
                <a:path w="266281" h="153395">
                  <a:moveTo>
                    <a:pt x="250631" y="80484"/>
                  </a:moveTo>
                  <a:lnTo>
                    <a:pt x="221587" y="81736"/>
                  </a:lnTo>
                  <a:lnTo>
                    <a:pt x="192620" y="84377"/>
                  </a:lnTo>
                  <a:lnTo>
                    <a:pt x="189254" y="85657"/>
                  </a:lnTo>
                  <a:lnTo>
                    <a:pt x="161052" y="88818"/>
                  </a:lnTo>
                  <a:lnTo>
                    <a:pt x="142544" y="89591"/>
                  </a:lnTo>
                  <a:lnTo>
                    <a:pt x="125009" y="84268"/>
                  </a:lnTo>
                  <a:lnTo>
                    <a:pt x="115769" y="77535"/>
                  </a:lnTo>
                  <a:lnTo>
                    <a:pt x="110791" y="77008"/>
                  </a:lnTo>
                  <a:lnTo>
                    <a:pt x="105938" y="78144"/>
                  </a:lnTo>
                  <a:lnTo>
                    <a:pt x="97222" y="72999"/>
                  </a:lnTo>
                  <a:lnTo>
                    <a:pt x="80764" y="70016"/>
                  </a:lnTo>
                  <a:lnTo>
                    <a:pt x="74545" y="81422"/>
                  </a:lnTo>
                  <a:lnTo>
                    <a:pt x="69261" y="85048"/>
                  </a:lnTo>
                  <a:lnTo>
                    <a:pt x="66234" y="83077"/>
                  </a:lnTo>
                  <a:lnTo>
                    <a:pt x="63737" y="79547"/>
                  </a:lnTo>
                  <a:lnTo>
                    <a:pt x="55682" y="77460"/>
                  </a:lnTo>
                  <a:lnTo>
                    <a:pt x="59032" y="73273"/>
                  </a:lnTo>
                  <a:lnTo>
                    <a:pt x="60365" y="68551"/>
                  </a:lnTo>
                  <a:lnTo>
                    <a:pt x="58622" y="63420"/>
                  </a:lnTo>
                  <a:lnTo>
                    <a:pt x="55966" y="59198"/>
                  </a:lnTo>
                  <a:lnTo>
                    <a:pt x="35278" y="40095"/>
                  </a:lnTo>
                  <a:lnTo>
                    <a:pt x="47185" y="20820"/>
                  </a:lnTo>
                  <a:lnTo>
                    <a:pt x="45420" y="11186"/>
                  </a:lnTo>
                  <a:lnTo>
                    <a:pt x="45835" y="0"/>
                  </a:lnTo>
                  <a:lnTo>
                    <a:pt x="27551" y="14950"/>
                  </a:lnTo>
                  <a:lnTo>
                    <a:pt x="20130" y="22462"/>
                  </a:lnTo>
                  <a:lnTo>
                    <a:pt x="13781" y="31645"/>
                  </a:lnTo>
                  <a:lnTo>
                    <a:pt x="5431" y="40964"/>
                  </a:lnTo>
                  <a:lnTo>
                    <a:pt x="0" y="51843"/>
                  </a:lnTo>
                  <a:lnTo>
                    <a:pt x="1688" y="58952"/>
                  </a:lnTo>
                  <a:lnTo>
                    <a:pt x="18742" y="60272"/>
                  </a:lnTo>
                  <a:lnTo>
                    <a:pt x="29890" y="64720"/>
                  </a:lnTo>
                  <a:lnTo>
                    <a:pt x="33190" y="69988"/>
                  </a:lnTo>
                  <a:lnTo>
                    <a:pt x="32710" y="89140"/>
                  </a:lnTo>
                  <a:lnTo>
                    <a:pt x="42906" y="92027"/>
                  </a:lnTo>
                  <a:lnTo>
                    <a:pt x="60720" y="91562"/>
                  </a:lnTo>
                  <a:lnTo>
                    <a:pt x="72124" y="93040"/>
                  </a:lnTo>
                  <a:lnTo>
                    <a:pt x="73032" y="94894"/>
                  </a:lnTo>
                  <a:lnTo>
                    <a:pt x="71611" y="96858"/>
                  </a:lnTo>
                  <a:lnTo>
                    <a:pt x="67436" y="97282"/>
                  </a:lnTo>
                  <a:lnTo>
                    <a:pt x="75130" y="108250"/>
                  </a:lnTo>
                  <a:lnTo>
                    <a:pt x="85288" y="116461"/>
                  </a:lnTo>
                  <a:lnTo>
                    <a:pt x="93359" y="119437"/>
                  </a:lnTo>
                  <a:lnTo>
                    <a:pt x="126069" y="127278"/>
                  </a:lnTo>
                  <a:lnTo>
                    <a:pt x="133135" y="126354"/>
                  </a:lnTo>
                  <a:lnTo>
                    <a:pt x="139927" y="122365"/>
                  </a:lnTo>
                  <a:lnTo>
                    <a:pt x="126719" y="120730"/>
                  </a:lnTo>
                  <a:lnTo>
                    <a:pt x="135233" y="115585"/>
                  </a:lnTo>
                  <a:lnTo>
                    <a:pt x="143932" y="113327"/>
                  </a:lnTo>
                  <a:lnTo>
                    <a:pt x="150659" y="107367"/>
                  </a:lnTo>
                  <a:lnTo>
                    <a:pt x="159435" y="104425"/>
                  </a:lnTo>
                  <a:lnTo>
                    <a:pt x="157572" y="107819"/>
                  </a:lnTo>
                  <a:lnTo>
                    <a:pt x="151102" y="110946"/>
                  </a:lnTo>
                  <a:lnTo>
                    <a:pt x="150719" y="117377"/>
                  </a:lnTo>
                  <a:lnTo>
                    <a:pt x="155342" y="122140"/>
                  </a:lnTo>
                  <a:lnTo>
                    <a:pt x="162326" y="121407"/>
                  </a:lnTo>
                  <a:lnTo>
                    <a:pt x="168828" y="131438"/>
                  </a:lnTo>
                  <a:lnTo>
                    <a:pt x="154555" y="139423"/>
                  </a:lnTo>
                  <a:lnTo>
                    <a:pt x="157626" y="140566"/>
                  </a:lnTo>
                  <a:lnTo>
                    <a:pt x="167823" y="139190"/>
                  </a:lnTo>
                  <a:lnTo>
                    <a:pt x="170637" y="148564"/>
                  </a:lnTo>
                  <a:lnTo>
                    <a:pt x="178861" y="152512"/>
                  </a:lnTo>
                  <a:lnTo>
                    <a:pt x="185768" y="153395"/>
                  </a:lnTo>
                  <a:lnTo>
                    <a:pt x="209473" y="151937"/>
                  </a:lnTo>
                  <a:lnTo>
                    <a:pt x="215434" y="148797"/>
                  </a:lnTo>
                  <a:lnTo>
                    <a:pt x="212691" y="145540"/>
                  </a:lnTo>
                  <a:lnTo>
                    <a:pt x="208139" y="144739"/>
                  </a:lnTo>
                  <a:lnTo>
                    <a:pt x="208593" y="135030"/>
                  </a:lnTo>
                  <a:lnTo>
                    <a:pt x="207161" y="125506"/>
                  </a:lnTo>
                  <a:lnTo>
                    <a:pt x="210063" y="120326"/>
                  </a:lnTo>
                  <a:lnTo>
                    <a:pt x="233128" y="109755"/>
                  </a:lnTo>
                  <a:lnTo>
                    <a:pt x="249713" y="98958"/>
                  </a:lnTo>
                  <a:lnTo>
                    <a:pt x="266281" y="89680"/>
                  </a:lnTo>
                  <a:lnTo>
                    <a:pt x="264363" y="86300"/>
                  </a:lnTo>
                  <a:lnTo>
                    <a:pt x="260625" y="83495"/>
                  </a:lnTo>
                  <a:lnTo>
                    <a:pt x="250631" y="804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79019" y="3317325"/>
              <a:ext cx="238237" cy="81627"/>
            </a:xfrm>
            <a:custGeom>
              <a:avLst/>
              <a:pathLst>
                <a:path w="238237" h="81627">
                  <a:moveTo>
                    <a:pt x="216003" y="19336"/>
                  </a:moveTo>
                  <a:lnTo>
                    <a:pt x="210478" y="14231"/>
                  </a:lnTo>
                  <a:lnTo>
                    <a:pt x="206828" y="14888"/>
                  </a:lnTo>
                  <a:lnTo>
                    <a:pt x="195238" y="18070"/>
                  </a:lnTo>
                  <a:lnTo>
                    <a:pt x="181637" y="25343"/>
                  </a:lnTo>
                  <a:lnTo>
                    <a:pt x="175779" y="30721"/>
                  </a:lnTo>
                  <a:lnTo>
                    <a:pt x="169593" y="33383"/>
                  </a:lnTo>
                  <a:lnTo>
                    <a:pt x="162402" y="32466"/>
                  </a:lnTo>
                  <a:lnTo>
                    <a:pt x="170358" y="23400"/>
                  </a:lnTo>
                  <a:lnTo>
                    <a:pt x="179577" y="16044"/>
                  </a:lnTo>
                  <a:lnTo>
                    <a:pt x="196730" y="0"/>
                  </a:lnTo>
                  <a:lnTo>
                    <a:pt x="185713" y="3852"/>
                  </a:lnTo>
                  <a:lnTo>
                    <a:pt x="166566" y="17659"/>
                  </a:lnTo>
                  <a:lnTo>
                    <a:pt x="157451" y="22586"/>
                  </a:lnTo>
                  <a:lnTo>
                    <a:pt x="134654" y="25357"/>
                  </a:lnTo>
                  <a:lnTo>
                    <a:pt x="111714" y="26212"/>
                  </a:lnTo>
                  <a:lnTo>
                    <a:pt x="103042" y="27485"/>
                  </a:lnTo>
                  <a:lnTo>
                    <a:pt x="94698" y="31275"/>
                  </a:lnTo>
                  <a:lnTo>
                    <a:pt x="84365" y="32062"/>
                  </a:lnTo>
                  <a:lnTo>
                    <a:pt x="73786" y="29318"/>
                  </a:lnTo>
                  <a:lnTo>
                    <a:pt x="69922" y="29695"/>
                  </a:lnTo>
                  <a:lnTo>
                    <a:pt x="66157" y="31706"/>
                  </a:lnTo>
                  <a:lnTo>
                    <a:pt x="60950" y="32657"/>
                  </a:lnTo>
                  <a:lnTo>
                    <a:pt x="51278" y="32705"/>
                  </a:lnTo>
                  <a:lnTo>
                    <a:pt x="47256" y="34587"/>
                  </a:lnTo>
                  <a:lnTo>
                    <a:pt x="43556" y="38083"/>
                  </a:lnTo>
                  <a:lnTo>
                    <a:pt x="42502" y="44139"/>
                  </a:lnTo>
                  <a:lnTo>
                    <a:pt x="37693" y="39657"/>
                  </a:lnTo>
                  <a:lnTo>
                    <a:pt x="30753" y="44747"/>
                  </a:lnTo>
                  <a:lnTo>
                    <a:pt x="17098" y="50639"/>
                  </a:lnTo>
                  <a:lnTo>
                    <a:pt x="7551" y="59930"/>
                  </a:lnTo>
                  <a:lnTo>
                    <a:pt x="3207" y="65842"/>
                  </a:lnTo>
                  <a:lnTo>
                    <a:pt x="0" y="72075"/>
                  </a:lnTo>
                  <a:lnTo>
                    <a:pt x="1918" y="80128"/>
                  </a:lnTo>
                  <a:lnTo>
                    <a:pt x="11529" y="77658"/>
                  </a:lnTo>
                  <a:lnTo>
                    <a:pt x="17551" y="70262"/>
                  </a:lnTo>
                  <a:lnTo>
                    <a:pt x="23431" y="69653"/>
                  </a:lnTo>
                  <a:lnTo>
                    <a:pt x="26059" y="71754"/>
                  </a:lnTo>
                  <a:lnTo>
                    <a:pt x="25819" y="74443"/>
                  </a:lnTo>
                  <a:lnTo>
                    <a:pt x="14824" y="81627"/>
                  </a:lnTo>
                  <a:lnTo>
                    <a:pt x="29688" y="78514"/>
                  </a:lnTo>
                  <a:lnTo>
                    <a:pt x="46010" y="77508"/>
                  </a:lnTo>
                  <a:lnTo>
                    <a:pt x="85780" y="68586"/>
                  </a:lnTo>
                  <a:lnTo>
                    <a:pt x="89922" y="70276"/>
                  </a:lnTo>
                  <a:lnTo>
                    <a:pt x="93753" y="69899"/>
                  </a:lnTo>
                  <a:lnTo>
                    <a:pt x="142036" y="52575"/>
                  </a:lnTo>
                  <a:lnTo>
                    <a:pt x="151747" y="50782"/>
                  </a:lnTo>
                  <a:lnTo>
                    <a:pt x="165233" y="45856"/>
                  </a:lnTo>
                  <a:lnTo>
                    <a:pt x="179500" y="38904"/>
                  </a:lnTo>
                  <a:lnTo>
                    <a:pt x="189473" y="36277"/>
                  </a:lnTo>
                  <a:lnTo>
                    <a:pt x="238237" y="12938"/>
                  </a:lnTo>
                  <a:lnTo>
                    <a:pt x="226964" y="15237"/>
                  </a:lnTo>
                  <a:lnTo>
                    <a:pt x="216003" y="193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36216" y="2924918"/>
              <a:ext cx="13147" cy="6673"/>
            </a:xfrm>
            <a:custGeom>
              <a:avLst/>
              <a:pathLst>
                <a:path w="13147" h="6673">
                  <a:moveTo>
                    <a:pt x="13147" y="1249"/>
                  </a:moveTo>
                  <a:lnTo>
                    <a:pt x="0" y="0"/>
                  </a:lnTo>
                  <a:lnTo>
                    <a:pt x="360" y="1997"/>
                  </a:lnTo>
                  <a:lnTo>
                    <a:pt x="8923" y="6547"/>
                  </a:lnTo>
                  <a:lnTo>
                    <a:pt x="13147" y="66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04610" y="5141810"/>
              <a:ext cx="21966" cy="32753"/>
            </a:xfrm>
            <a:custGeom>
              <a:avLst/>
              <a:pathLst>
                <a:path w="21966" h="32753">
                  <a:moveTo>
                    <a:pt x="21966" y="6178"/>
                  </a:moveTo>
                  <a:lnTo>
                    <a:pt x="19988" y="0"/>
                  </a:lnTo>
                  <a:lnTo>
                    <a:pt x="15300" y="2162"/>
                  </a:lnTo>
                  <a:lnTo>
                    <a:pt x="6420" y="16681"/>
                  </a:lnTo>
                  <a:lnTo>
                    <a:pt x="5415" y="21279"/>
                  </a:lnTo>
                  <a:lnTo>
                    <a:pt x="0" y="32753"/>
                  </a:lnTo>
                  <a:lnTo>
                    <a:pt x="2426" y="32411"/>
                  </a:lnTo>
                  <a:lnTo>
                    <a:pt x="12835" y="16380"/>
                  </a:lnTo>
                  <a:lnTo>
                    <a:pt x="21966" y="617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810245" y="4914793"/>
              <a:ext cx="7939" cy="12993"/>
            </a:xfrm>
            <a:custGeom>
              <a:avLst/>
              <a:pathLst>
                <a:path w="7939" h="12993">
                  <a:moveTo>
                    <a:pt x="278" y="10194"/>
                  </a:moveTo>
                  <a:lnTo>
                    <a:pt x="0" y="12993"/>
                  </a:lnTo>
                  <a:lnTo>
                    <a:pt x="6076" y="5658"/>
                  </a:lnTo>
                  <a:lnTo>
                    <a:pt x="7939" y="0"/>
                  </a:lnTo>
                  <a:lnTo>
                    <a:pt x="4748" y="2853"/>
                  </a:lnTo>
                  <a:lnTo>
                    <a:pt x="278" y="101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834949" y="4843148"/>
              <a:ext cx="18436" cy="8333"/>
            </a:xfrm>
            <a:custGeom>
              <a:avLst/>
              <a:pathLst>
                <a:path w="18436" h="8333">
                  <a:moveTo>
                    <a:pt x="0" y="0"/>
                  </a:moveTo>
                  <a:lnTo>
                    <a:pt x="1092" y="2709"/>
                  </a:lnTo>
                  <a:lnTo>
                    <a:pt x="7120" y="5419"/>
                  </a:lnTo>
                  <a:lnTo>
                    <a:pt x="17032" y="8333"/>
                  </a:lnTo>
                  <a:lnTo>
                    <a:pt x="18436" y="6773"/>
                  </a:lnTo>
                  <a:lnTo>
                    <a:pt x="16661" y="4919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880452" y="4841821"/>
              <a:ext cx="27409" cy="6000"/>
            </a:xfrm>
            <a:custGeom>
              <a:avLst/>
              <a:pathLst>
                <a:path w="27409" h="6000">
                  <a:moveTo>
                    <a:pt x="23152" y="0"/>
                  </a:moveTo>
                  <a:lnTo>
                    <a:pt x="5857" y="2661"/>
                  </a:lnTo>
                  <a:lnTo>
                    <a:pt x="0" y="4666"/>
                  </a:lnTo>
                  <a:lnTo>
                    <a:pt x="2967" y="5720"/>
                  </a:lnTo>
                  <a:lnTo>
                    <a:pt x="17562" y="6000"/>
                  </a:lnTo>
                  <a:lnTo>
                    <a:pt x="27409" y="2996"/>
                  </a:lnTo>
                  <a:lnTo>
                    <a:pt x="2315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83985" y="5569188"/>
              <a:ext cx="32764" cy="12596"/>
            </a:xfrm>
            <a:custGeom>
              <a:avLst/>
              <a:pathLst>
                <a:path w="32764" h="12596">
                  <a:moveTo>
                    <a:pt x="12382" y="321"/>
                  </a:moveTo>
                  <a:lnTo>
                    <a:pt x="3868" y="3551"/>
                  </a:lnTo>
                  <a:lnTo>
                    <a:pt x="0" y="7423"/>
                  </a:lnTo>
                  <a:lnTo>
                    <a:pt x="2316" y="9729"/>
                  </a:lnTo>
                  <a:lnTo>
                    <a:pt x="11349" y="12596"/>
                  </a:lnTo>
                  <a:lnTo>
                    <a:pt x="23988" y="9688"/>
                  </a:lnTo>
                  <a:lnTo>
                    <a:pt x="32764" y="5487"/>
                  </a:lnTo>
                  <a:lnTo>
                    <a:pt x="32043" y="3817"/>
                  </a:lnTo>
                  <a:lnTo>
                    <a:pt x="26054" y="0"/>
                  </a:lnTo>
                  <a:lnTo>
                    <a:pt x="12382" y="3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683853" y="5614524"/>
              <a:ext cx="23152" cy="9298"/>
            </a:xfrm>
            <a:custGeom>
              <a:avLst/>
              <a:pathLst>
                <a:path w="23152" h="9298">
                  <a:moveTo>
                    <a:pt x="5830" y="3544"/>
                  </a:moveTo>
                  <a:lnTo>
                    <a:pt x="0" y="6862"/>
                  </a:lnTo>
                  <a:lnTo>
                    <a:pt x="5300" y="9298"/>
                  </a:lnTo>
                  <a:lnTo>
                    <a:pt x="10426" y="5980"/>
                  </a:lnTo>
                  <a:lnTo>
                    <a:pt x="16611" y="4426"/>
                  </a:lnTo>
                  <a:lnTo>
                    <a:pt x="23152" y="0"/>
                  </a:lnTo>
                  <a:lnTo>
                    <a:pt x="5830" y="35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3361" y="4221555"/>
              <a:ext cx="14289" cy="6671"/>
            </a:xfrm>
            <a:custGeom>
              <a:avLst/>
              <a:pathLst>
                <a:path w="14289" h="6671">
                  <a:moveTo>
                    <a:pt x="5781" y="786"/>
                  </a:moveTo>
                  <a:lnTo>
                    <a:pt x="14289" y="6342"/>
                  </a:lnTo>
                  <a:lnTo>
                    <a:pt x="11797" y="6671"/>
                  </a:lnTo>
                  <a:lnTo>
                    <a:pt x="7398" y="5124"/>
                  </a:lnTo>
                  <a:lnTo>
                    <a:pt x="1338" y="2168"/>
                  </a:lnTo>
                  <a:lnTo>
                    <a:pt x="0" y="0"/>
                  </a:lnTo>
                  <a:lnTo>
                    <a:pt x="5781" y="78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487019" y="2679502"/>
              <a:ext cx="54217" cy="36899"/>
            </a:xfrm>
            <a:custGeom>
              <a:avLst/>
              <a:pathLst>
                <a:path w="54217" h="36899">
                  <a:moveTo>
                    <a:pt x="30562" y="20081"/>
                  </a:moveTo>
                  <a:lnTo>
                    <a:pt x="12043" y="26486"/>
                  </a:lnTo>
                  <a:lnTo>
                    <a:pt x="0" y="36899"/>
                  </a:lnTo>
                  <a:lnTo>
                    <a:pt x="4513" y="36824"/>
                  </a:lnTo>
                  <a:lnTo>
                    <a:pt x="20726" y="33225"/>
                  </a:lnTo>
                  <a:lnTo>
                    <a:pt x="35475" y="35818"/>
                  </a:lnTo>
                  <a:lnTo>
                    <a:pt x="44097" y="33020"/>
                  </a:lnTo>
                  <a:lnTo>
                    <a:pt x="45759" y="30112"/>
                  </a:lnTo>
                  <a:lnTo>
                    <a:pt x="47190" y="22182"/>
                  </a:lnTo>
                  <a:lnTo>
                    <a:pt x="54217" y="0"/>
                  </a:lnTo>
                  <a:lnTo>
                    <a:pt x="49026" y="499"/>
                  </a:lnTo>
                  <a:lnTo>
                    <a:pt x="30562" y="2008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498527" y="2680939"/>
              <a:ext cx="31934" cy="18159"/>
            </a:xfrm>
            <a:custGeom>
              <a:avLst/>
              <a:pathLst>
                <a:path w="31934" h="18159">
                  <a:moveTo>
                    <a:pt x="18174" y="15271"/>
                  </a:moveTo>
                  <a:lnTo>
                    <a:pt x="31934" y="0"/>
                  </a:lnTo>
                  <a:lnTo>
                    <a:pt x="14890" y="3174"/>
                  </a:lnTo>
                  <a:lnTo>
                    <a:pt x="0" y="16941"/>
                  </a:lnTo>
                  <a:lnTo>
                    <a:pt x="4677" y="18159"/>
                  </a:lnTo>
                  <a:lnTo>
                    <a:pt x="18174" y="152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928304" y="2697353"/>
              <a:ext cx="18945" cy="13397"/>
            </a:xfrm>
            <a:custGeom>
              <a:avLst/>
              <a:pathLst>
                <a:path w="18945" h="13397">
                  <a:moveTo>
                    <a:pt x="6240" y="0"/>
                  </a:moveTo>
                  <a:lnTo>
                    <a:pt x="0" y="2736"/>
                  </a:lnTo>
                  <a:lnTo>
                    <a:pt x="622" y="5610"/>
                  </a:lnTo>
                  <a:lnTo>
                    <a:pt x="7748" y="11392"/>
                  </a:lnTo>
                  <a:lnTo>
                    <a:pt x="8825" y="13397"/>
                  </a:lnTo>
                  <a:lnTo>
                    <a:pt x="13447" y="12247"/>
                  </a:lnTo>
                  <a:lnTo>
                    <a:pt x="14404" y="8662"/>
                  </a:lnTo>
                  <a:lnTo>
                    <a:pt x="18945" y="1409"/>
                  </a:lnTo>
                  <a:lnTo>
                    <a:pt x="624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824611" y="2407367"/>
              <a:ext cx="68578" cy="59944"/>
            </a:xfrm>
            <a:custGeom>
              <a:avLst/>
              <a:pathLst>
                <a:path w="68578" h="59944">
                  <a:moveTo>
                    <a:pt x="59622" y="11604"/>
                  </a:moveTo>
                  <a:lnTo>
                    <a:pt x="68578" y="1279"/>
                  </a:lnTo>
                  <a:lnTo>
                    <a:pt x="59786" y="0"/>
                  </a:lnTo>
                  <a:lnTo>
                    <a:pt x="51507" y="2100"/>
                  </a:lnTo>
                  <a:lnTo>
                    <a:pt x="42578" y="7416"/>
                  </a:lnTo>
                  <a:lnTo>
                    <a:pt x="20256" y="24898"/>
                  </a:lnTo>
                  <a:lnTo>
                    <a:pt x="9355" y="31056"/>
                  </a:lnTo>
                  <a:lnTo>
                    <a:pt x="0" y="57802"/>
                  </a:lnTo>
                  <a:lnTo>
                    <a:pt x="6431" y="59944"/>
                  </a:lnTo>
                  <a:lnTo>
                    <a:pt x="19535" y="59438"/>
                  </a:lnTo>
                  <a:lnTo>
                    <a:pt x="26382" y="54224"/>
                  </a:lnTo>
                  <a:lnTo>
                    <a:pt x="21579" y="53136"/>
                  </a:lnTo>
                  <a:lnTo>
                    <a:pt x="14502" y="53423"/>
                  </a:lnTo>
                  <a:lnTo>
                    <a:pt x="10540" y="50762"/>
                  </a:lnTo>
                  <a:lnTo>
                    <a:pt x="13617" y="42339"/>
                  </a:lnTo>
                  <a:lnTo>
                    <a:pt x="19813" y="35695"/>
                  </a:lnTo>
                  <a:lnTo>
                    <a:pt x="28808" y="30263"/>
                  </a:lnTo>
                  <a:lnTo>
                    <a:pt x="36283" y="20745"/>
                  </a:lnTo>
                  <a:lnTo>
                    <a:pt x="47682" y="12158"/>
                  </a:lnTo>
                  <a:lnTo>
                    <a:pt x="59622" y="1160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25106" y="2373744"/>
              <a:ext cx="19693" cy="19493"/>
            </a:xfrm>
            <a:custGeom>
              <a:avLst/>
              <a:pathLst>
                <a:path w="19693" h="19493">
                  <a:moveTo>
                    <a:pt x="13398" y="2866"/>
                  </a:moveTo>
                  <a:lnTo>
                    <a:pt x="10458" y="1997"/>
                  </a:lnTo>
                  <a:lnTo>
                    <a:pt x="2382" y="3318"/>
                  </a:lnTo>
                  <a:lnTo>
                    <a:pt x="2693" y="13054"/>
                  </a:lnTo>
                  <a:lnTo>
                    <a:pt x="0" y="18651"/>
                  </a:lnTo>
                  <a:lnTo>
                    <a:pt x="2229" y="19493"/>
                  </a:lnTo>
                  <a:lnTo>
                    <a:pt x="7081" y="18891"/>
                  </a:lnTo>
                  <a:lnTo>
                    <a:pt x="16863" y="10222"/>
                  </a:lnTo>
                  <a:lnTo>
                    <a:pt x="19693" y="0"/>
                  </a:lnTo>
                  <a:lnTo>
                    <a:pt x="13398" y="286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35543" y="2355941"/>
              <a:ext cx="12896" cy="14929"/>
            </a:xfrm>
            <a:custGeom>
              <a:avLst/>
              <a:pathLst>
                <a:path w="12896" h="14929">
                  <a:moveTo>
                    <a:pt x="0" y="14929"/>
                  </a:moveTo>
                  <a:lnTo>
                    <a:pt x="12896" y="7690"/>
                  </a:lnTo>
                  <a:lnTo>
                    <a:pt x="12316" y="957"/>
                  </a:lnTo>
                  <a:lnTo>
                    <a:pt x="10196" y="0"/>
                  </a:lnTo>
                  <a:lnTo>
                    <a:pt x="8027" y="1217"/>
                  </a:lnTo>
                  <a:lnTo>
                    <a:pt x="5661" y="4036"/>
                  </a:lnTo>
                  <a:lnTo>
                    <a:pt x="0" y="1492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283" y="2498546"/>
              <a:ext cx="32551" cy="18391"/>
            </a:xfrm>
            <a:custGeom>
              <a:avLst/>
              <a:pathLst>
                <a:path w="32551" h="18391">
                  <a:moveTo>
                    <a:pt x="2426" y="13527"/>
                  </a:moveTo>
                  <a:lnTo>
                    <a:pt x="0" y="18391"/>
                  </a:lnTo>
                  <a:lnTo>
                    <a:pt x="10174" y="17256"/>
                  </a:lnTo>
                  <a:lnTo>
                    <a:pt x="22737" y="10728"/>
                  </a:lnTo>
                  <a:lnTo>
                    <a:pt x="32551" y="102"/>
                  </a:lnTo>
                  <a:lnTo>
                    <a:pt x="26524" y="0"/>
                  </a:lnTo>
                  <a:lnTo>
                    <a:pt x="16316" y="4857"/>
                  </a:lnTo>
                  <a:lnTo>
                    <a:pt x="2426" y="135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41622" y="2863447"/>
              <a:ext cx="12732" cy="18877"/>
            </a:xfrm>
            <a:custGeom>
              <a:avLst/>
              <a:pathLst>
                <a:path w="12732" h="18877">
                  <a:moveTo>
                    <a:pt x="0" y="18877"/>
                  </a:moveTo>
                  <a:lnTo>
                    <a:pt x="5633" y="13978"/>
                  </a:lnTo>
                  <a:lnTo>
                    <a:pt x="12732" y="0"/>
                  </a:lnTo>
                  <a:lnTo>
                    <a:pt x="8240" y="1826"/>
                  </a:lnTo>
                  <a:lnTo>
                    <a:pt x="1366" y="14074"/>
                  </a:lnTo>
                  <a:lnTo>
                    <a:pt x="0" y="1887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75395" y="2882482"/>
              <a:ext cx="8934" cy="11200"/>
            </a:xfrm>
            <a:custGeom>
              <a:avLst/>
              <a:pathLst>
                <a:path w="8934" h="11200">
                  <a:moveTo>
                    <a:pt x="1371" y="1046"/>
                  </a:moveTo>
                  <a:lnTo>
                    <a:pt x="0" y="3393"/>
                  </a:lnTo>
                  <a:lnTo>
                    <a:pt x="147" y="10304"/>
                  </a:lnTo>
                  <a:lnTo>
                    <a:pt x="4683" y="11200"/>
                  </a:lnTo>
                  <a:lnTo>
                    <a:pt x="8934" y="8429"/>
                  </a:lnTo>
                  <a:lnTo>
                    <a:pt x="5267" y="1943"/>
                  </a:lnTo>
                  <a:lnTo>
                    <a:pt x="2939" y="0"/>
                  </a:lnTo>
                  <a:lnTo>
                    <a:pt x="1371" y="10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277502" y="2805528"/>
              <a:ext cx="16972" cy="24727"/>
            </a:xfrm>
            <a:custGeom>
              <a:avLst/>
              <a:pathLst>
                <a:path w="16972" h="24727">
                  <a:moveTo>
                    <a:pt x="0" y="24727"/>
                  </a:moveTo>
                  <a:lnTo>
                    <a:pt x="15059" y="17317"/>
                  </a:lnTo>
                  <a:lnTo>
                    <a:pt x="16081" y="13390"/>
                  </a:lnTo>
                  <a:lnTo>
                    <a:pt x="16972" y="1956"/>
                  </a:lnTo>
                  <a:lnTo>
                    <a:pt x="10622" y="0"/>
                  </a:lnTo>
                  <a:lnTo>
                    <a:pt x="5857" y="5809"/>
                  </a:lnTo>
                  <a:lnTo>
                    <a:pt x="0" y="247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107996" y="2854416"/>
              <a:ext cx="25119" cy="28976"/>
            </a:xfrm>
            <a:custGeom>
              <a:avLst/>
              <a:pathLst>
                <a:path w="25119" h="28976">
                  <a:moveTo>
                    <a:pt x="12568" y="0"/>
                  </a:moveTo>
                  <a:lnTo>
                    <a:pt x="7240" y="3660"/>
                  </a:lnTo>
                  <a:lnTo>
                    <a:pt x="251" y="12924"/>
                  </a:lnTo>
                  <a:lnTo>
                    <a:pt x="0" y="22722"/>
                  </a:lnTo>
                  <a:lnTo>
                    <a:pt x="2901" y="25172"/>
                  </a:lnTo>
                  <a:lnTo>
                    <a:pt x="10814" y="28976"/>
                  </a:lnTo>
                  <a:lnTo>
                    <a:pt x="11611" y="26315"/>
                  </a:lnTo>
                  <a:lnTo>
                    <a:pt x="11464" y="18918"/>
                  </a:lnTo>
                  <a:lnTo>
                    <a:pt x="18606" y="20109"/>
                  </a:lnTo>
                  <a:lnTo>
                    <a:pt x="25119" y="17379"/>
                  </a:lnTo>
                  <a:lnTo>
                    <a:pt x="24710" y="12911"/>
                  </a:lnTo>
                  <a:lnTo>
                    <a:pt x="19436" y="2538"/>
                  </a:lnTo>
                  <a:lnTo>
                    <a:pt x="1256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773191" y="3258639"/>
              <a:ext cx="5475" cy="14724"/>
            </a:xfrm>
            <a:custGeom>
              <a:avLst/>
              <a:pathLst>
                <a:path w="5475" h="14724">
                  <a:moveTo>
                    <a:pt x="1158" y="14724"/>
                  </a:moveTo>
                  <a:lnTo>
                    <a:pt x="4262" y="12131"/>
                  </a:lnTo>
                  <a:lnTo>
                    <a:pt x="5475" y="4139"/>
                  </a:lnTo>
                  <a:lnTo>
                    <a:pt x="4377" y="0"/>
                  </a:lnTo>
                  <a:lnTo>
                    <a:pt x="2174" y="177"/>
                  </a:lnTo>
                  <a:lnTo>
                    <a:pt x="0" y="7957"/>
                  </a:lnTo>
                  <a:lnTo>
                    <a:pt x="1158" y="147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454271" y="3514428"/>
              <a:ext cx="16387" cy="30413"/>
            </a:xfrm>
            <a:custGeom>
              <a:avLst/>
              <a:pathLst>
                <a:path w="16387" h="30413">
                  <a:moveTo>
                    <a:pt x="300" y="30413"/>
                  </a:moveTo>
                  <a:lnTo>
                    <a:pt x="13426" y="9202"/>
                  </a:lnTo>
                  <a:lnTo>
                    <a:pt x="16387" y="0"/>
                  </a:lnTo>
                  <a:lnTo>
                    <a:pt x="0" y="26335"/>
                  </a:lnTo>
                  <a:lnTo>
                    <a:pt x="300" y="3041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456205" y="3386629"/>
              <a:ext cx="18857" cy="19582"/>
            </a:xfrm>
            <a:custGeom>
              <a:avLst/>
              <a:pathLst>
                <a:path w="18857" h="19582">
                  <a:moveTo>
                    <a:pt x="5338" y="6144"/>
                  </a:moveTo>
                  <a:lnTo>
                    <a:pt x="0" y="19582"/>
                  </a:lnTo>
                  <a:lnTo>
                    <a:pt x="5344" y="19000"/>
                  </a:lnTo>
                  <a:lnTo>
                    <a:pt x="10896" y="16339"/>
                  </a:lnTo>
                  <a:lnTo>
                    <a:pt x="17480" y="10085"/>
                  </a:lnTo>
                  <a:lnTo>
                    <a:pt x="18857" y="6027"/>
                  </a:lnTo>
                  <a:lnTo>
                    <a:pt x="18704" y="1279"/>
                  </a:lnTo>
                  <a:lnTo>
                    <a:pt x="15152" y="0"/>
                  </a:lnTo>
                  <a:lnTo>
                    <a:pt x="5338" y="61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505156" y="4545704"/>
              <a:ext cx="21770" cy="17837"/>
            </a:xfrm>
            <a:custGeom>
              <a:avLst/>
              <a:pathLst>
                <a:path w="21770" h="17837">
                  <a:moveTo>
                    <a:pt x="10256" y="11098"/>
                  </a:moveTo>
                  <a:lnTo>
                    <a:pt x="0" y="15839"/>
                  </a:lnTo>
                  <a:lnTo>
                    <a:pt x="1989" y="17461"/>
                  </a:lnTo>
                  <a:lnTo>
                    <a:pt x="4781" y="17837"/>
                  </a:lnTo>
                  <a:lnTo>
                    <a:pt x="14835" y="13095"/>
                  </a:lnTo>
                  <a:lnTo>
                    <a:pt x="21770" y="697"/>
                  </a:lnTo>
                  <a:lnTo>
                    <a:pt x="18824" y="0"/>
                  </a:lnTo>
                  <a:lnTo>
                    <a:pt x="10256" y="1109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837452" y="3274698"/>
              <a:ext cx="35731" cy="18186"/>
            </a:xfrm>
            <a:custGeom>
              <a:avLst/>
              <a:pathLst>
                <a:path w="35731" h="18186">
                  <a:moveTo>
                    <a:pt x="17398" y="1217"/>
                  </a:moveTo>
                  <a:lnTo>
                    <a:pt x="7688" y="11720"/>
                  </a:lnTo>
                  <a:lnTo>
                    <a:pt x="0" y="13766"/>
                  </a:lnTo>
                  <a:lnTo>
                    <a:pt x="4912" y="18186"/>
                  </a:lnTo>
                  <a:lnTo>
                    <a:pt x="35731" y="11337"/>
                  </a:lnTo>
                  <a:lnTo>
                    <a:pt x="34005" y="5945"/>
                  </a:lnTo>
                  <a:lnTo>
                    <a:pt x="23857" y="0"/>
                  </a:lnTo>
                  <a:lnTo>
                    <a:pt x="17398" y="121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779590" y="3247083"/>
              <a:ext cx="12781" cy="26581"/>
            </a:xfrm>
            <a:custGeom>
              <a:avLst/>
              <a:pathLst>
                <a:path w="12781" h="26581">
                  <a:moveTo>
                    <a:pt x="0" y="25911"/>
                  </a:moveTo>
                  <a:lnTo>
                    <a:pt x="6191" y="26581"/>
                  </a:lnTo>
                  <a:lnTo>
                    <a:pt x="11732" y="22750"/>
                  </a:lnTo>
                  <a:lnTo>
                    <a:pt x="12781" y="0"/>
                  </a:lnTo>
                  <a:lnTo>
                    <a:pt x="9152" y="2251"/>
                  </a:lnTo>
                  <a:lnTo>
                    <a:pt x="7393" y="4803"/>
                  </a:lnTo>
                  <a:lnTo>
                    <a:pt x="4338" y="13143"/>
                  </a:lnTo>
                  <a:lnTo>
                    <a:pt x="3142" y="20738"/>
                  </a:lnTo>
                  <a:lnTo>
                    <a:pt x="0" y="259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904168" y="3283073"/>
              <a:ext cx="28551" cy="20738"/>
            </a:xfrm>
            <a:custGeom>
              <a:avLst/>
              <a:pathLst>
                <a:path w="28551" h="20738">
                  <a:moveTo>
                    <a:pt x="19065" y="9668"/>
                  </a:moveTo>
                  <a:lnTo>
                    <a:pt x="16387" y="11193"/>
                  </a:lnTo>
                  <a:lnTo>
                    <a:pt x="0" y="15572"/>
                  </a:lnTo>
                  <a:lnTo>
                    <a:pt x="19917" y="20738"/>
                  </a:lnTo>
                  <a:lnTo>
                    <a:pt x="28551" y="18480"/>
                  </a:lnTo>
                  <a:lnTo>
                    <a:pt x="27693" y="13848"/>
                  </a:lnTo>
                  <a:lnTo>
                    <a:pt x="21469" y="0"/>
                  </a:lnTo>
                  <a:lnTo>
                    <a:pt x="21201" y="3229"/>
                  </a:lnTo>
                  <a:lnTo>
                    <a:pt x="19065" y="966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260552" y="4152887"/>
              <a:ext cx="22633" cy="9996"/>
            </a:xfrm>
            <a:custGeom>
              <a:avLst/>
              <a:pathLst>
                <a:path w="22633" h="9996">
                  <a:moveTo>
                    <a:pt x="22633" y="0"/>
                  </a:moveTo>
                  <a:lnTo>
                    <a:pt x="13344" y="2251"/>
                  </a:lnTo>
                  <a:lnTo>
                    <a:pt x="0" y="9401"/>
                  </a:lnTo>
                  <a:lnTo>
                    <a:pt x="2295" y="9996"/>
                  </a:lnTo>
                  <a:lnTo>
                    <a:pt x="2263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290431" y="4046956"/>
              <a:ext cx="9120" cy="15490"/>
            </a:xfrm>
            <a:custGeom>
              <a:avLst/>
              <a:pathLst>
                <a:path w="9120" h="15490">
                  <a:moveTo>
                    <a:pt x="7431" y="15490"/>
                  </a:moveTo>
                  <a:lnTo>
                    <a:pt x="9120" y="12644"/>
                  </a:lnTo>
                  <a:lnTo>
                    <a:pt x="9010" y="9175"/>
                  </a:lnTo>
                  <a:lnTo>
                    <a:pt x="7644" y="5008"/>
                  </a:lnTo>
                  <a:lnTo>
                    <a:pt x="0" y="0"/>
                  </a:lnTo>
                  <a:lnTo>
                    <a:pt x="7431" y="154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328332" y="3717381"/>
              <a:ext cx="31404" cy="59698"/>
            </a:xfrm>
            <a:custGeom>
              <a:avLst/>
              <a:pathLst>
                <a:path w="31404" h="59698">
                  <a:moveTo>
                    <a:pt x="17070" y="31638"/>
                  </a:moveTo>
                  <a:lnTo>
                    <a:pt x="14103" y="36523"/>
                  </a:lnTo>
                  <a:lnTo>
                    <a:pt x="0" y="59698"/>
                  </a:lnTo>
                  <a:lnTo>
                    <a:pt x="5087" y="57426"/>
                  </a:lnTo>
                  <a:lnTo>
                    <a:pt x="17087" y="36126"/>
                  </a:lnTo>
                  <a:lnTo>
                    <a:pt x="19617" y="31624"/>
                  </a:lnTo>
                  <a:lnTo>
                    <a:pt x="27114" y="16476"/>
                  </a:lnTo>
                  <a:lnTo>
                    <a:pt x="31404" y="0"/>
                  </a:lnTo>
                  <a:lnTo>
                    <a:pt x="26983" y="8128"/>
                  </a:lnTo>
                  <a:lnTo>
                    <a:pt x="17070" y="3163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293464" y="4071759"/>
              <a:ext cx="26147" cy="77953"/>
            </a:xfrm>
            <a:custGeom>
              <a:avLst/>
              <a:pathLst>
                <a:path w="26147" h="77953">
                  <a:moveTo>
                    <a:pt x="20879" y="0"/>
                  </a:moveTo>
                  <a:lnTo>
                    <a:pt x="20792" y="4727"/>
                  </a:lnTo>
                  <a:lnTo>
                    <a:pt x="23371" y="27608"/>
                  </a:lnTo>
                  <a:lnTo>
                    <a:pt x="22628" y="40587"/>
                  </a:lnTo>
                  <a:lnTo>
                    <a:pt x="17202" y="68736"/>
                  </a:lnTo>
                  <a:lnTo>
                    <a:pt x="0" y="76728"/>
                  </a:lnTo>
                  <a:lnTo>
                    <a:pt x="1322" y="77953"/>
                  </a:lnTo>
                  <a:lnTo>
                    <a:pt x="16333" y="74135"/>
                  </a:lnTo>
                  <a:lnTo>
                    <a:pt x="20229" y="68497"/>
                  </a:lnTo>
                  <a:lnTo>
                    <a:pt x="25218" y="44912"/>
                  </a:lnTo>
                  <a:lnTo>
                    <a:pt x="26147" y="28723"/>
                  </a:lnTo>
                  <a:lnTo>
                    <a:pt x="23677" y="7375"/>
                  </a:lnTo>
                  <a:lnTo>
                    <a:pt x="2087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99629" y="4188097"/>
              <a:ext cx="35944" cy="43078"/>
            </a:xfrm>
            <a:custGeom>
              <a:avLst/>
              <a:pathLst>
                <a:path w="35944" h="43078">
                  <a:moveTo>
                    <a:pt x="10245" y="25582"/>
                  </a:moveTo>
                  <a:lnTo>
                    <a:pt x="0" y="43078"/>
                  </a:lnTo>
                  <a:lnTo>
                    <a:pt x="2786" y="41470"/>
                  </a:lnTo>
                  <a:lnTo>
                    <a:pt x="19120" y="18952"/>
                  </a:lnTo>
                  <a:lnTo>
                    <a:pt x="35944" y="0"/>
                  </a:lnTo>
                  <a:lnTo>
                    <a:pt x="30480" y="3393"/>
                  </a:lnTo>
                  <a:lnTo>
                    <a:pt x="10245" y="25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30899" y="5106963"/>
              <a:ext cx="44491" cy="32671"/>
            </a:xfrm>
            <a:custGeom>
              <a:avLst/>
              <a:pathLst>
                <a:path w="44491" h="32671">
                  <a:moveTo>
                    <a:pt x="31535" y="6746"/>
                  </a:moveTo>
                  <a:lnTo>
                    <a:pt x="13371" y="21286"/>
                  </a:lnTo>
                  <a:lnTo>
                    <a:pt x="5092" y="25104"/>
                  </a:lnTo>
                  <a:lnTo>
                    <a:pt x="0" y="32671"/>
                  </a:lnTo>
                  <a:lnTo>
                    <a:pt x="4109" y="32089"/>
                  </a:lnTo>
                  <a:lnTo>
                    <a:pt x="28786" y="14854"/>
                  </a:lnTo>
                  <a:lnTo>
                    <a:pt x="43398" y="6137"/>
                  </a:lnTo>
                  <a:lnTo>
                    <a:pt x="44491" y="0"/>
                  </a:lnTo>
                  <a:lnTo>
                    <a:pt x="42802" y="738"/>
                  </a:lnTo>
                  <a:lnTo>
                    <a:pt x="38944" y="5747"/>
                  </a:lnTo>
                  <a:lnTo>
                    <a:pt x="31535" y="67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65577" y="5185375"/>
              <a:ext cx="36289" cy="81203"/>
            </a:xfrm>
            <a:custGeom>
              <a:avLst/>
              <a:pathLst>
                <a:path w="36289" h="81203">
                  <a:moveTo>
                    <a:pt x="10049" y="41887"/>
                  </a:moveTo>
                  <a:lnTo>
                    <a:pt x="961" y="69188"/>
                  </a:lnTo>
                  <a:lnTo>
                    <a:pt x="0" y="81203"/>
                  </a:lnTo>
                  <a:lnTo>
                    <a:pt x="3491" y="73143"/>
                  </a:lnTo>
                  <a:lnTo>
                    <a:pt x="14988" y="39349"/>
                  </a:lnTo>
                  <a:lnTo>
                    <a:pt x="36289" y="0"/>
                  </a:lnTo>
                  <a:lnTo>
                    <a:pt x="28513" y="6007"/>
                  </a:lnTo>
                  <a:lnTo>
                    <a:pt x="10049" y="4188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122432" y="4972480"/>
              <a:ext cx="36037" cy="28723"/>
            </a:xfrm>
            <a:custGeom>
              <a:avLst/>
              <a:pathLst>
                <a:path w="36037" h="28723">
                  <a:moveTo>
                    <a:pt x="0" y="28723"/>
                  </a:moveTo>
                  <a:lnTo>
                    <a:pt x="5590" y="27382"/>
                  </a:lnTo>
                  <a:lnTo>
                    <a:pt x="25147" y="12391"/>
                  </a:lnTo>
                  <a:lnTo>
                    <a:pt x="36037" y="314"/>
                  </a:lnTo>
                  <a:lnTo>
                    <a:pt x="29507" y="0"/>
                  </a:lnTo>
                  <a:lnTo>
                    <a:pt x="24393" y="7170"/>
                  </a:lnTo>
                  <a:lnTo>
                    <a:pt x="0" y="287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863075" y="5273030"/>
              <a:ext cx="26464" cy="151835"/>
            </a:xfrm>
            <a:custGeom>
              <a:avLst/>
              <a:pathLst>
                <a:path w="26464" h="151835">
                  <a:moveTo>
                    <a:pt x="2371" y="0"/>
                  </a:moveTo>
                  <a:lnTo>
                    <a:pt x="0" y="13492"/>
                  </a:lnTo>
                  <a:lnTo>
                    <a:pt x="568" y="52684"/>
                  </a:lnTo>
                  <a:lnTo>
                    <a:pt x="15650" y="121449"/>
                  </a:lnTo>
                  <a:lnTo>
                    <a:pt x="24917" y="151835"/>
                  </a:lnTo>
                  <a:lnTo>
                    <a:pt x="26464" y="145328"/>
                  </a:lnTo>
                  <a:lnTo>
                    <a:pt x="22934" y="125650"/>
                  </a:lnTo>
                  <a:lnTo>
                    <a:pt x="6262" y="55353"/>
                  </a:lnTo>
                  <a:lnTo>
                    <a:pt x="23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238513" y="4917674"/>
              <a:ext cx="42480" cy="17625"/>
            </a:xfrm>
            <a:custGeom>
              <a:avLst/>
              <a:pathLst>
                <a:path w="42480" h="17625">
                  <a:moveTo>
                    <a:pt x="7546" y="13260"/>
                  </a:moveTo>
                  <a:lnTo>
                    <a:pt x="0" y="13958"/>
                  </a:lnTo>
                  <a:lnTo>
                    <a:pt x="12141" y="17625"/>
                  </a:lnTo>
                  <a:lnTo>
                    <a:pt x="23371" y="12582"/>
                  </a:lnTo>
                  <a:lnTo>
                    <a:pt x="42480" y="0"/>
                  </a:lnTo>
                  <a:lnTo>
                    <a:pt x="34081" y="2073"/>
                  </a:lnTo>
                  <a:lnTo>
                    <a:pt x="26830" y="7533"/>
                  </a:lnTo>
                  <a:lnTo>
                    <a:pt x="13005" y="14744"/>
                  </a:lnTo>
                  <a:lnTo>
                    <a:pt x="7546" y="1326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644990" y="4744053"/>
              <a:ext cx="7344" cy="34142"/>
            </a:xfrm>
            <a:custGeom>
              <a:avLst/>
              <a:pathLst>
                <a:path w="7344" h="34142">
                  <a:moveTo>
                    <a:pt x="2366" y="34142"/>
                  </a:moveTo>
                  <a:lnTo>
                    <a:pt x="7344" y="0"/>
                  </a:lnTo>
                  <a:lnTo>
                    <a:pt x="3770" y="3366"/>
                  </a:lnTo>
                  <a:lnTo>
                    <a:pt x="0" y="10311"/>
                  </a:lnTo>
                  <a:lnTo>
                    <a:pt x="213" y="22052"/>
                  </a:lnTo>
                  <a:lnTo>
                    <a:pt x="2366" y="3414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765661" y="4856545"/>
              <a:ext cx="17606" cy="18364"/>
            </a:xfrm>
            <a:custGeom>
              <a:avLst/>
              <a:pathLst>
                <a:path w="17606" h="18364">
                  <a:moveTo>
                    <a:pt x="17606" y="0"/>
                  </a:moveTo>
                  <a:lnTo>
                    <a:pt x="7333" y="8101"/>
                  </a:lnTo>
                  <a:lnTo>
                    <a:pt x="6081" y="10434"/>
                  </a:lnTo>
                  <a:lnTo>
                    <a:pt x="3573" y="12603"/>
                  </a:lnTo>
                  <a:lnTo>
                    <a:pt x="0" y="14827"/>
                  </a:lnTo>
                  <a:lnTo>
                    <a:pt x="8120" y="15121"/>
                  </a:lnTo>
                  <a:lnTo>
                    <a:pt x="13600" y="18364"/>
                  </a:lnTo>
                  <a:lnTo>
                    <a:pt x="13207" y="11850"/>
                  </a:lnTo>
                  <a:lnTo>
                    <a:pt x="14693" y="5945"/>
                  </a:lnTo>
                  <a:lnTo>
                    <a:pt x="1760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467456" y="4930072"/>
              <a:ext cx="28240" cy="22066"/>
            </a:xfrm>
            <a:custGeom>
              <a:avLst/>
              <a:pathLst>
                <a:path w="28240" h="22066">
                  <a:moveTo>
                    <a:pt x="23518" y="6582"/>
                  </a:moveTo>
                  <a:lnTo>
                    <a:pt x="14704" y="417"/>
                  </a:lnTo>
                  <a:lnTo>
                    <a:pt x="9131" y="0"/>
                  </a:lnTo>
                  <a:lnTo>
                    <a:pt x="0" y="4714"/>
                  </a:lnTo>
                  <a:lnTo>
                    <a:pt x="1163" y="9928"/>
                  </a:lnTo>
                  <a:lnTo>
                    <a:pt x="19671" y="22066"/>
                  </a:lnTo>
                  <a:lnTo>
                    <a:pt x="23830" y="20068"/>
                  </a:lnTo>
                  <a:lnTo>
                    <a:pt x="27387" y="14703"/>
                  </a:lnTo>
                  <a:lnTo>
                    <a:pt x="28240" y="10796"/>
                  </a:lnTo>
                  <a:lnTo>
                    <a:pt x="26742" y="8299"/>
                  </a:lnTo>
                  <a:lnTo>
                    <a:pt x="23518" y="6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818829" y="4872228"/>
              <a:ext cx="6076" cy="39356"/>
            </a:xfrm>
            <a:custGeom>
              <a:avLst/>
              <a:pathLst>
                <a:path w="6076" h="39356">
                  <a:moveTo>
                    <a:pt x="4355" y="17988"/>
                  </a:moveTo>
                  <a:lnTo>
                    <a:pt x="1256" y="39356"/>
                  </a:lnTo>
                  <a:lnTo>
                    <a:pt x="4415" y="34895"/>
                  </a:lnTo>
                  <a:lnTo>
                    <a:pt x="6076" y="17290"/>
                  </a:lnTo>
                  <a:lnTo>
                    <a:pt x="4590" y="7895"/>
                  </a:lnTo>
                  <a:lnTo>
                    <a:pt x="0" y="0"/>
                  </a:lnTo>
                  <a:lnTo>
                    <a:pt x="4355" y="179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034969" y="5680654"/>
              <a:ext cx="52086" cy="40293"/>
            </a:xfrm>
            <a:custGeom>
              <a:avLst/>
              <a:pathLst>
                <a:path w="52086" h="40293">
                  <a:moveTo>
                    <a:pt x="52086" y="40293"/>
                  </a:moveTo>
                  <a:lnTo>
                    <a:pt x="49059" y="21121"/>
                  </a:lnTo>
                  <a:lnTo>
                    <a:pt x="43032" y="9975"/>
                  </a:lnTo>
                  <a:lnTo>
                    <a:pt x="35436" y="23694"/>
                  </a:lnTo>
                  <a:lnTo>
                    <a:pt x="27376" y="17386"/>
                  </a:lnTo>
                  <a:lnTo>
                    <a:pt x="38469" y="8545"/>
                  </a:lnTo>
                  <a:lnTo>
                    <a:pt x="38294" y="5336"/>
                  </a:lnTo>
                  <a:lnTo>
                    <a:pt x="33398" y="0"/>
                  </a:lnTo>
                  <a:lnTo>
                    <a:pt x="27136" y="2470"/>
                  </a:lnTo>
                  <a:lnTo>
                    <a:pt x="16824" y="4207"/>
                  </a:lnTo>
                  <a:lnTo>
                    <a:pt x="13016" y="6383"/>
                  </a:lnTo>
                  <a:lnTo>
                    <a:pt x="5579" y="4830"/>
                  </a:lnTo>
                  <a:lnTo>
                    <a:pt x="0" y="9490"/>
                  </a:lnTo>
                  <a:lnTo>
                    <a:pt x="9606" y="27553"/>
                  </a:lnTo>
                  <a:lnTo>
                    <a:pt x="16524" y="34635"/>
                  </a:lnTo>
                  <a:lnTo>
                    <a:pt x="17848" y="4029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041253" y="5308958"/>
              <a:ext cx="101332" cy="146381"/>
            </a:xfrm>
            <a:custGeom>
              <a:avLst/>
              <a:pathLst>
                <a:path w="101332" h="146381">
                  <a:moveTo>
                    <a:pt x="48474" y="13184"/>
                  </a:moveTo>
                  <a:lnTo>
                    <a:pt x="68693" y="45083"/>
                  </a:lnTo>
                  <a:lnTo>
                    <a:pt x="78911" y="53102"/>
                  </a:lnTo>
                  <a:lnTo>
                    <a:pt x="82556" y="63215"/>
                  </a:lnTo>
                  <a:lnTo>
                    <a:pt x="79862" y="72219"/>
                  </a:lnTo>
                  <a:lnTo>
                    <a:pt x="80873" y="81038"/>
                  </a:lnTo>
                  <a:lnTo>
                    <a:pt x="77889" y="91227"/>
                  </a:lnTo>
                  <a:lnTo>
                    <a:pt x="77999" y="109824"/>
                  </a:lnTo>
                  <a:lnTo>
                    <a:pt x="72720" y="118349"/>
                  </a:lnTo>
                  <a:lnTo>
                    <a:pt x="60496" y="128270"/>
                  </a:lnTo>
                  <a:lnTo>
                    <a:pt x="68321" y="132348"/>
                  </a:lnTo>
                  <a:lnTo>
                    <a:pt x="78037" y="146381"/>
                  </a:lnTo>
                  <a:lnTo>
                    <a:pt x="80365" y="145157"/>
                  </a:lnTo>
                  <a:lnTo>
                    <a:pt x="84239" y="137972"/>
                  </a:lnTo>
                  <a:lnTo>
                    <a:pt x="86895" y="98055"/>
                  </a:lnTo>
                  <a:lnTo>
                    <a:pt x="101332" y="85007"/>
                  </a:lnTo>
                  <a:lnTo>
                    <a:pt x="98190" y="57440"/>
                  </a:lnTo>
                  <a:lnTo>
                    <a:pt x="87474" y="48039"/>
                  </a:lnTo>
                  <a:lnTo>
                    <a:pt x="76835" y="42216"/>
                  </a:lnTo>
                  <a:lnTo>
                    <a:pt x="75480" y="38822"/>
                  </a:lnTo>
                  <a:lnTo>
                    <a:pt x="75857" y="35209"/>
                  </a:lnTo>
                  <a:lnTo>
                    <a:pt x="72501" y="32007"/>
                  </a:lnTo>
                  <a:lnTo>
                    <a:pt x="64349" y="26971"/>
                  </a:lnTo>
                  <a:lnTo>
                    <a:pt x="55321" y="14525"/>
                  </a:lnTo>
                  <a:lnTo>
                    <a:pt x="45868" y="5138"/>
                  </a:lnTo>
                  <a:lnTo>
                    <a:pt x="30398" y="3667"/>
                  </a:lnTo>
                  <a:lnTo>
                    <a:pt x="17480" y="622"/>
                  </a:lnTo>
                  <a:lnTo>
                    <a:pt x="9087" y="0"/>
                  </a:lnTo>
                  <a:lnTo>
                    <a:pt x="0" y="5117"/>
                  </a:lnTo>
                  <a:lnTo>
                    <a:pt x="16535" y="5439"/>
                  </a:lnTo>
                  <a:lnTo>
                    <a:pt x="48474" y="131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421562" y="5703199"/>
              <a:ext cx="12982" cy="17748"/>
            </a:xfrm>
            <a:custGeom>
              <a:avLst/>
              <a:pathLst>
                <a:path w="12982" h="17748">
                  <a:moveTo>
                    <a:pt x="12982" y="8210"/>
                  </a:moveTo>
                  <a:lnTo>
                    <a:pt x="10627" y="164"/>
                  </a:lnTo>
                  <a:lnTo>
                    <a:pt x="8217" y="0"/>
                  </a:lnTo>
                  <a:lnTo>
                    <a:pt x="2075" y="3024"/>
                  </a:lnTo>
                  <a:lnTo>
                    <a:pt x="0" y="177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428973" y="5711410"/>
              <a:ext cx="5571" cy="9538"/>
            </a:xfrm>
            <a:custGeom>
              <a:avLst/>
              <a:pathLst>
                <a:path w="5571" h="9538">
                  <a:moveTo>
                    <a:pt x="0" y="9538"/>
                  </a:moveTo>
                  <a:lnTo>
                    <a:pt x="55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1416" y="5501662"/>
              <a:ext cx="74501" cy="128284"/>
            </a:xfrm>
            <a:custGeom>
              <a:avLst/>
              <a:pathLst>
                <a:path w="74501" h="128284">
                  <a:moveTo>
                    <a:pt x="48890" y="32630"/>
                  </a:moveTo>
                  <a:lnTo>
                    <a:pt x="33174" y="26664"/>
                  </a:lnTo>
                  <a:lnTo>
                    <a:pt x="14753" y="10858"/>
                  </a:lnTo>
                  <a:lnTo>
                    <a:pt x="7814" y="0"/>
                  </a:lnTo>
                  <a:lnTo>
                    <a:pt x="6010" y="1861"/>
                  </a:lnTo>
                  <a:lnTo>
                    <a:pt x="3551" y="11816"/>
                  </a:lnTo>
                  <a:lnTo>
                    <a:pt x="0" y="19342"/>
                  </a:lnTo>
                  <a:lnTo>
                    <a:pt x="9835" y="17119"/>
                  </a:lnTo>
                  <a:lnTo>
                    <a:pt x="17901" y="18672"/>
                  </a:lnTo>
                  <a:lnTo>
                    <a:pt x="31420" y="31296"/>
                  </a:lnTo>
                  <a:lnTo>
                    <a:pt x="46037" y="35353"/>
                  </a:lnTo>
                  <a:lnTo>
                    <a:pt x="55545" y="48032"/>
                  </a:lnTo>
                  <a:lnTo>
                    <a:pt x="69414" y="62435"/>
                  </a:lnTo>
                  <a:lnTo>
                    <a:pt x="70294" y="75517"/>
                  </a:lnTo>
                  <a:lnTo>
                    <a:pt x="64496" y="88093"/>
                  </a:lnTo>
                  <a:lnTo>
                    <a:pt x="63441" y="104035"/>
                  </a:lnTo>
                  <a:lnTo>
                    <a:pt x="51556" y="104706"/>
                  </a:lnTo>
                  <a:lnTo>
                    <a:pt x="53758" y="107757"/>
                  </a:lnTo>
                  <a:lnTo>
                    <a:pt x="60370" y="113580"/>
                  </a:lnTo>
                  <a:lnTo>
                    <a:pt x="64403" y="123706"/>
                  </a:lnTo>
                  <a:lnTo>
                    <a:pt x="68392" y="128284"/>
                  </a:lnTo>
                  <a:lnTo>
                    <a:pt x="67818" y="112820"/>
                  </a:lnTo>
                  <a:lnTo>
                    <a:pt x="71638" y="95181"/>
                  </a:lnTo>
                  <a:lnTo>
                    <a:pt x="74501" y="65883"/>
                  </a:lnTo>
                  <a:lnTo>
                    <a:pt x="73195" y="59465"/>
                  </a:lnTo>
                  <a:lnTo>
                    <a:pt x="65879" y="52418"/>
                  </a:lnTo>
                  <a:lnTo>
                    <a:pt x="48890" y="326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7431" y="5623207"/>
              <a:ext cx="49491" cy="78254"/>
            </a:xfrm>
            <a:custGeom>
              <a:avLst/>
              <a:pathLst>
                <a:path w="49491" h="78254">
                  <a:moveTo>
                    <a:pt x="24344" y="34751"/>
                  </a:moveTo>
                  <a:lnTo>
                    <a:pt x="10125" y="2333"/>
                  </a:lnTo>
                  <a:lnTo>
                    <a:pt x="3846" y="0"/>
                  </a:lnTo>
                  <a:lnTo>
                    <a:pt x="1939" y="1142"/>
                  </a:lnTo>
                  <a:lnTo>
                    <a:pt x="0" y="6000"/>
                  </a:lnTo>
                  <a:lnTo>
                    <a:pt x="9284" y="15087"/>
                  </a:lnTo>
                  <a:lnTo>
                    <a:pt x="11743" y="23557"/>
                  </a:lnTo>
                  <a:lnTo>
                    <a:pt x="16923" y="28901"/>
                  </a:lnTo>
                  <a:lnTo>
                    <a:pt x="27988" y="51439"/>
                  </a:lnTo>
                  <a:lnTo>
                    <a:pt x="37496" y="60498"/>
                  </a:lnTo>
                  <a:lnTo>
                    <a:pt x="37108" y="66779"/>
                  </a:lnTo>
                  <a:lnTo>
                    <a:pt x="29425" y="73375"/>
                  </a:lnTo>
                  <a:lnTo>
                    <a:pt x="26945" y="78254"/>
                  </a:lnTo>
                  <a:lnTo>
                    <a:pt x="30928" y="78178"/>
                  </a:lnTo>
                  <a:lnTo>
                    <a:pt x="41994" y="75394"/>
                  </a:lnTo>
                  <a:lnTo>
                    <a:pt x="49491" y="76837"/>
                  </a:lnTo>
                  <a:lnTo>
                    <a:pt x="48748" y="69715"/>
                  </a:lnTo>
                  <a:lnTo>
                    <a:pt x="25272" y="37857"/>
                  </a:lnTo>
                  <a:lnTo>
                    <a:pt x="24344" y="347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564778" y="5363894"/>
              <a:ext cx="18371" cy="16886"/>
            </a:xfrm>
            <a:custGeom>
              <a:avLst/>
              <a:pathLst>
                <a:path w="18371" h="16886">
                  <a:moveTo>
                    <a:pt x="0" y="0"/>
                  </a:moveTo>
                  <a:lnTo>
                    <a:pt x="1901" y="9401"/>
                  </a:lnTo>
                  <a:lnTo>
                    <a:pt x="6311" y="14204"/>
                  </a:lnTo>
                  <a:lnTo>
                    <a:pt x="14382" y="16886"/>
                  </a:lnTo>
                  <a:lnTo>
                    <a:pt x="18371" y="13232"/>
                  </a:lnTo>
                  <a:lnTo>
                    <a:pt x="9546" y="12206"/>
                  </a:lnTo>
                  <a:lnTo>
                    <a:pt x="7027" y="9955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986243" y="5552465"/>
              <a:ext cx="78359" cy="128202"/>
            </a:xfrm>
            <a:custGeom>
              <a:avLst/>
              <a:pathLst>
                <a:path w="78359" h="128202">
                  <a:moveTo>
                    <a:pt x="7699" y="92225"/>
                  </a:moveTo>
                  <a:lnTo>
                    <a:pt x="19885" y="100833"/>
                  </a:lnTo>
                  <a:lnTo>
                    <a:pt x="27272" y="103173"/>
                  </a:lnTo>
                  <a:lnTo>
                    <a:pt x="32398" y="99335"/>
                  </a:lnTo>
                  <a:lnTo>
                    <a:pt x="33524" y="110699"/>
                  </a:lnTo>
                  <a:lnTo>
                    <a:pt x="40229" y="117384"/>
                  </a:lnTo>
                  <a:lnTo>
                    <a:pt x="43688" y="128202"/>
                  </a:lnTo>
                  <a:lnTo>
                    <a:pt x="50595" y="121544"/>
                  </a:lnTo>
                  <a:lnTo>
                    <a:pt x="62010" y="116762"/>
                  </a:lnTo>
                  <a:lnTo>
                    <a:pt x="65119" y="112020"/>
                  </a:lnTo>
                  <a:lnTo>
                    <a:pt x="77228" y="103536"/>
                  </a:lnTo>
                  <a:lnTo>
                    <a:pt x="78359" y="99013"/>
                  </a:lnTo>
                  <a:lnTo>
                    <a:pt x="77135" y="86321"/>
                  </a:lnTo>
                  <a:lnTo>
                    <a:pt x="77381" y="69352"/>
                  </a:lnTo>
                  <a:lnTo>
                    <a:pt x="66605" y="57166"/>
                  </a:lnTo>
                  <a:lnTo>
                    <a:pt x="57786" y="36366"/>
                  </a:lnTo>
                  <a:lnTo>
                    <a:pt x="51693" y="27683"/>
                  </a:lnTo>
                  <a:lnTo>
                    <a:pt x="51480" y="16469"/>
                  </a:lnTo>
                  <a:lnTo>
                    <a:pt x="44988" y="8299"/>
                  </a:lnTo>
                  <a:lnTo>
                    <a:pt x="30496" y="0"/>
                  </a:lnTo>
                  <a:lnTo>
                    <a:pt x="25059" y="1553"/>
                  </a:lnTo>
                  <a:lnTo>
                    <a:pt x="30884" y="25220"/>
                  </a:lnTo>
                  <a:lnTo>
                    <a:pt x="28114" y="39972"/>
                  </a:lnTo>
                  <a:lnTo>
                    <a:pt x="15273" y="62838"/>
                  </a:lnTo>
                  <a:lnTo>
                    <a:pt x="18070" y="71569"/>
                  </a:lnTo>
                  <a:lnTo>
                    <a:pt x="19611" y="72171"/>
                  </a:lnTo>
                  <a:lnTo>
                    <a:pt x="21551" y="76865"/>
                  </a:lnTo>
                  <a:lnTo>
                    <a:pt x="13016" y="85773"/>
                  </a:lnTo>
                  <a:lnTo>
                    <a:pt x="10786" y="78514"/>
                  </a:lnTo>
                  <a:lnTo>
                    <a:pt x="0" y="80539"/>
                  </a:lnTo>
                  <a:lnTo>
                    <a:pt x="7699" y="9222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628553" y="5624377"/>
              <a:ext cx="11174" cy="13889"/>
            </a:xfrm>
            <a:custGeom>
              <a:avLst/>
              <a:pathLst>
                <a:path w="11174" h="13889">
                  <a:moveTo>
                    <a:pt x="7743" y="0"/>
                  </a:moveTo>
                  <a:lnTo>
                    <a:pt x="5846" y="8374"/>
                  </a:lnTo>
                  <a:lnTo>
                    <a:pt x="0" y="13889"/>
                  </a:lnTo>
                  <a:lnTo>
                    <a:pt x="7251" y="12507"/>
                  </a:lnTo>
                  <a:lnTo>
                    <a:pt x="11109" y="10509"/>
                  </a:lnTo>
                  <a:lnTo>
                    <a:pt x="11174" y="6541"/>
                  </a:lnTo>
                  <a:lnTo>
                    <a:pt x="774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762240" y="5181379"/>
              <a:ext cx="29813" cy="90488"/>
            </a:xfrm>
            <a:custGeom>
              <a:avLst/>
              <a:pathLst>
                <a:path w="29813" h="90488">
                  <a:moveTo>
                    <a:pt x="19524" y="66554"/>
                  </a:moveTo>
                  <a:lnTo>
                    <a:pt x="29813" y="90488"/>
                  </a:lnTo>
                  <a:lnTo>
                    <a:pt x="27994" y="80170"/>
                  </a:lnTo>
                  <a:lnTo>
                    <a:pt x="9109" y="24091"/>
                  </a:lnTo>
                  <a:lnTo>
                    <a:pt x="4606" y="7848"/>
                  </a:lnTo>
                  <a:lnTo>
                    <a:pt x="0" y="0"/>
                  </a:lnTo>
                  <a:lnTo>
                    <a:pt x="6808" y="29024"/>
                  </a:lnTo>
                  <a:lnTo>
                    <a:pt x="19524" y="6655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568384" y="5342499"/>
              <a:ext cx="9551" cy="29024"/>
            </a:xfrm>
            <a:custGeom>
              <a:avLst/>
              <a:pathLst>
                <a:path w="9551" h="29024">
                  <a:moveTo>
                    <a:pt x="9393" y="29024"/>
                  </a:moveTo>
                  <a:lnTo>
                    <a:pt x="9551" y="20793"/>
                  </a:lnTo>
                  <a:lnTo>
                    <a:pt x="5371" y="4933"/>
                  </a:lnTo>
                  <a:lnTo>
                    <a:pt x="0" y="0"/>
                  </a:lnTo>
                  <a:lnTo>
                    <a:pt x="3754" y="15237"/>
                  </a:lnTo>
                  <a:lnTo>
                    <a:pt x="9393" y="290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924654" y="5328876"/>
              <a:ext cx="118982" cy="41655"/>
            </a:xfrm>
            <a:custGeom>
              <a:avLst/>
              <a:pathLst>
                <a:path w="118982" h="41655">
                  <a:moveTo>
                    <a:pt x="84130" y="22503"/>
                  </a:moveTo>
                  <a:lnTo>
                    <a:pt x="118572" y="18857"/>
                  </a:lnTo>
                  <a:lnTo>
                    <a:pt x="118982" y="14970"/>
                  </a:lnTo>
                  <a:lnTo>
                    <a:pt x="116577" y="7526"/>
                  </a:lnTo>
                  <a:lnTo>
                    <a:pt x="100381" y="11720"/>
                  </a:lnTo>
                  <a:lnTo>
                    <a:pt x="80321" y="10550"/>
                  </a:lnTo>
                  <a:lnTo>
                    <a:pt x="75966" y="13417"/>
                  </a:lnTo>
                  <a:lnTo>
                    <a:pt x="68704" y="14012"/>
                  </a:lnTo>
                  <a:lnTo>
                    <a:pt x="55146" y="9654"/>
                  </a:lnTo>
                  <a:lnTo>
                    <a:pt x="43480" y="0"/>
                  </a:lnTo>
                  <a:lnTo>
                    <a:pt x="39469" y="10058"/>
                  </a:lnTo>
                  <a:lnTo>
                    <a:pt x="40791" y="13075"/>
                  </a:lnTo>
                  <a:lnTo>
                    <a:pt x="39436" y="19445"/>
                  </a:lnTo>
                  <a:lnTo>
                    <a:pt x="30567" y="27875"/>
                  </a:lnTo>
                  <a:lnTo>
                    <a:pt x="20994" y="30201"/>
                  </a:lnTo>
                  <a:lnTo>
                    <a:pt x="5579" y="17447"/>
                  </a:lnTo>
                  <a:lnTo>
                    <a:pt x="0" y="15196"/>
                  </a:lnTo>
                  <a:lnTo>
                    <a:pt x="20863" y="37762"/>
                  </a:lnTo>
                  <a:lnTo>
                    <a:pt x="27081" y="41655"/>
                  </a:lnTo>
                  <a:lnTo>
                    <a:pt x="35218" y="40834"/>
                  </a:lnTo>
                  <a:lnTo>
                    <a:pt x="52534" y="33430"/>
                  </a:lnTo>
                  <a:lnTo>
                    <a:pt x="84130" y="2250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746164" y="5532110"/>
              <a:ext cx="36201" cy="55120"/>
            </a:xfrm>
            <a:custGeom>
              <a:avLst/>
              <a:pathLst>
                <a:path w="36201" h="55120">
                  <a:moveTo>
                    <a:pt x="36201" y="0"/>
                  </a:moveTo>
                  <a:lnTo>
                    <a:pt x="33584" y="889"/>
                  </a:lnTo>
                  <a:lnTo>
                    <a:pt x="25660" y="7095"/>
                  </a:lnTo>
                  <a:lnTo>
                    <a:pt x="25251" y="15969"/>
                  </a:lnTo>
                  <a:lnTo>
                    <a:pt x="19797" y="23578"/>
                  </a:lnTo>
                  <a:lnTo>
                    <a:pt x="13939" y="27786"/>
                  </a:lnTo>
                  <a:lnTo>
                    <a:pt x="11136" y="34423"/>
                  </a:lnTo>
                  <a:lnTo>
                    <a:pt x="2464" y="48524"/>
                  </a:lnTo>
                  <a:lnTo>
                    <a:pt x="0" y="55120"/>
                  </a:lnTo>
                  <a:lnTo>
                    <a:pt x="22240" y="28771"/>
                  </a:lnTo>
                  <a:lnTo>
                    <a:pt x="3620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22643" y="2077614"/>
              <a:ext cx="4111278" cy="3643333"/>
            </a:xfrm>
            <a:custGeom>
              <a:avLst/>
              <a:pathLst>
                <a:path w="4111278" h="3643333">
                  <a:moveTo>
                    <a:pt x="6015" y="3643333"/>
                  </a:moveTo>
                  <a:lnTo>
                    <a:pt x="11278" y="3588684"/>
                  </a:lnTo>
                  <a:lnTo>
                    <a:pt x="29251" y="3501166"/>
                  </a:lnTo>
                  <a:lnTo>
                    <a:pt x="38540" y="3470540"/>
                  </a:lnTo>
                  <a:lnTo>
                    <a:pt x="60829" y="3421167"/>
                  </a:lnTo>
                  <a:lnTo>
                    <a:pt x="67594" y="3397418"/>
                  </a:lnTo>
                  <a:lnTo>
                    <a:pt x="69633" y="3368475"/>
                  </a:lnTo>
                  <a:lnTo>
                    <a:pt x="70310" y="3358910"/>
                  </a:lnTo>
                  <a:lnTo>
                    <a:pt x="69168" y="3353922"/>
                  </a:lnTo>
                  <a:lnTo>
                    <a:pt x="62059" y="3353566"/>
                  </a:lnTo>
                  <a:lnTo>
                    <a:pt x="40972" y="3307511"/>
                  </a:lnTo>
                  <a:lnTo>
                    <a:pt x="37311" y="3294997"/>
                  </a:lnTo>
                  <a:lnTo>
                    <a:pt x="33868" y="3266143"/>
                  </a:lnTo>
                  <a:lnTo>
                    <a:pt x="30737" y="3256632"/>
                  </a:lnTo>
                  <a:lnTo>
                    <a:pt x="27076" y="3235907"/>
                  </a:lnTo>
                  <a:lnTo>
                    <a:pt x="23923" y="3227526"/>
                  </a:lnTo>
                  <a:lnTo>
                    <a:pt x="28196" y="3215490"/>
                  </a:lnTo>
                  <a:lnTo>
                    <a:pt x="32764" y="3206431"/>
                  </a:lnTo>
                  <a:lnTo>
                    <a:pt x="32895" y="3198713"/>
                  </a:lnTo>
                  <a:lnTo>
                    <a:pt x="31710" y="3189682"/>
                  </a:lnTo>
                  <a:lnTo>
                    <a:pt x="8513" y="3182709"/>
                  </a:lnTo>
                  <a:lnTo>
                    <a:pt x="0" y="3158837"/>
                  </a:lnTo>
                  <a:lnTo>
                    <a:pt x="9661" y="3167609"/>
                  </a:lnTo>
                  <a:lnTo>
                    <a:pt x="27371" y="3178953"/>
                  </a:lnTo>
                  <a:lnTo>
                    <a:pt x="32305" y="3178584"/>
                  </a:lnTo>
                  <a:lnTo>
                    <a:pt x="36857" y="3176948"/>
                  </a:lnTo>
                  <a:lnTo>
                    <a:pt x="43420" y="3164188"/>
                  </a:lnTo>
                  <a:lnTo>
                    <a:pt x="53687" y="3128978"/>
                  </a:lnTo>
                  <a:lnTo>
                    <a:pt x="37709" y="3105632"/>
                  </a:lnTo>
                  <a:lnTo>
                    <a:pt x="40742" y="3102532"/>
                  </a:lnTo>
                  <a:lnTo>
                    <a:pt x="44130" y="3101034"/>
                  </a:lnTo>
                  <a:lnTo>
                    <a:pt x="57846" y="3103217"/>
                  </a:lnTo>
                  <a:lnTo>
                    <a:pt x="66813" y="3099693"/>
                  </a:lnTo>
                  <a:lnTo>
                    <a:pt x="77818" y="3084770"/>
                  </a:lnTo>
                  <a:lnTo>
                    <a:pt x="82157" y="3069669"/>
                  </a:lnTo>
                  <a:lnTo>
                    <a:pt x="70190" y="3074308"/>
                  </a:lnTo>
                  <a:lnTo>
                    <a:pt x="68644" y="3068438"/>
                  </a:lnTo>
                  <a:lnTo>
                    <a:pt x="68485" y="3062595"/>
                  </a:lnTo>
                  <a:lnTo>
                    <a:pt x="75250" y="3060645"/>
                  </a:lnTo>
                  <a:lnTo>
                    <a:pt x="84266" y="3059912"/>
                  </a:lnTo>
                  <a:lnTo>
                    <a:pt x="89731" y="3056259"/>
                  </a:lnTo>
                  <a:lnTo>
                    <a:pt x="93463" y="3051394"/>
                  </a:lnTo>
                  <a:lnTo>
                    <a:pt x="94966" y="3056847"/>
                  </a:lnTo>
                  <a:lnTo>
                    <a:pt x="98130" y="3060740"/>
                  </a:lnTo>
                  <a:lnTo>
                    <a:pt x="103960" y="3055581"/>
                  </a:lnTo>
                  <a:lnTo>
                    <a:pt x="107610" y="3051962"/>
                  </a:lnTo>
                  <a:lnTo>
                    <a:pt x="108987" y="3037860"/>
                  </a:lnTo>
                  <a:lnTo>
                    <a:pt x="111343" y="3023738"/>
                  </a:lnTo>
                  <a:lnTo>
                    <a:pt x="122217" y="3034993"/>
                  </a:lnTo>
                  <a:lnTo>
                    <a:pt x="135047" y="3031374"/>
                  </a:lnTo>
                  <a:lnTo>
                    <a:pt x="143206" y="3025920"/>
                  </a:lnTo>
                  <a:lnTo>
                    <a:pt x="150785" y="3018736"/>
                  </a:lnTo>
                  <a:lnTo>
                    <a:pt x="144697" y="3015671"/>
                  </a:lnTo>
                  <a:lnTo>
                    <a:pt x="139195" y="3014337"/>
                  </a:lnTo>
                  <a:lnTo>
                    <a:pt x="126282" y="2983499"/>
                  </a:lnTo>
                  <a:lnTo>
                    <a:pt x="129812" y="2981467"/>
                  </a:lnTo>
                  <a:lnTo>
                    <a:pt x="133484" y="2982527"/>
                  </a:lnTo>
                  <a:lnTo>
                    <a:pt x="135271" y="2986906"/>
                  </a:lnTo>
                  <a:lnTo>
                    <a:pt x="139042" y="2991976"/>
                  </a:lnTo>
                  <a:lnTo>
                    <a:pt x="147692" y="2999516"/>
                  </a:lnTo>
                  <a:lnTo>
                    <a:pt x="156042" y="2994385"/>
                  </a:lnTo>
                  <a:lnTo>
                    <a:pt x="156118" y="2990752"/>
                  </a:lnTo>
                  <a:lnTo>
                    <a:pt x="167096" y="2991018"/>
                  </a:lnTo>
                  <a:lnTo>
                    <a:pt x="185036" y="2995630"/>
                  </a:lnTo>
                  <a:lnTo>
                    <a:pt x="196675" y="2994268"/>
                  </a:lnTo>
                  <a:lnTo>
                    <a:pt x="183107" y="3004224"/>
                  </a:lnTo>
                  <a:lnTo>
                    <a:pt x="171664" y="3014302"/>
                  </a:lnTo>
                  <a:lnTo>
                    <a:pt x="177708" y="3012496"/>
                  </a:lnTo>
                  <a:lnTo>
                    <a:pt x="195626" y="3000591"/>
                  </a:lnTo>
                  <a:lnTo>
                    <a:pt x="214314" y="2993092"/>
                  </a:lnTo>
                  <a:lnTo>
                    <a:pt x="227860" y="2983088"/>
                  </a:lnTo>
                  <a:lnTo>
                    <a:pt x="236423" y="2978477"/>
                  </a:lnTo>
                  <a:lnTo>
                    <a:pt x="266439" y="2956924"/>
                  </a:lnTo>
                  <a:lnTo>
                    <a:pt x="279215" y="2947755"/>
                  </a:lnTo>
                  <a:lnTo>
                    <a:pt x="292794" y="2931587"/>
                  </a:lnTo>
                  <a:lnTo>
                    <a:pt x="294259" y="2919175"/>
                  </a:lnTo>
                  <a:lnTo>
                    <a:pt x="307772" y="2906332"/>
                  </a:lnTo>
                  <a:lnTo>
                    <a:pt x="322324" y="2890766"/>
                  </a:lnTo>
                  <a:lnTo>
                    <a:pt x="316996" y="2878170"/>
                  </a:lnTo>
                  <a:lnTo>
                    <a:pt x="310625" y="2868290"/>
                  </a:lnTo>
                  <a:lnTo>
                    <a:pt x="307264" y="2844274"/>
                  </a:lnTo>
                  <a:lnTo>
                    <a:pt x="311805" y="2842837"/>
                  </a:lnTo>
                  <a:lnTo>
                    <a:pt x="317668" y="2847380"/>
                  </a:lnTo>
                  <a:lnTo>
                    <a:pt x="322144" y="2847832"/>
                  </a:lnTo>
                  <a:lnTo>
                    <a:pt x="328586" y="2837233"/>
                  </a:lnTo>
                  <a:lnTo>
                    <a:pt x="338701" y="2837596"/>
                  </a:lnTo>
                  <a:lnTo>
                    <a:pt x="340668" y="2850870"/>
                  </a:lnTo>
                  <a:lnTo>
                    <a:pt x="334635" y="2865922"/>
                  </a:lnTo>
                  <a:lnTo>
                    <a:pt x="339744" y="2867674"/>
                  </a:lnTo>
                  <a:lnTo>
                    <a:pt x="353990" y="2863124"/>
                  </a:lnTo>
                  <a:lnTo>
                    <a:pt x="362837" y="2865909"/>
                  </a:lnTo>
                  <a:lnTo>
                    <a:pt x="337783" y="2884116"/>
                  </a:lnTo>
                  <a:lnTo>
                    <a:pt x="336723" y="2888844"/>
                  </a:lnTo>
                  <a:lnTo>
                    <a:pt x="357444" y="2874797"/>
                  </a:lnTo>
                  <a:lnTo>
                    <a:pt x="410580" y="2848749"/>
                  </a:lnTo>
                  <a:lnTo>
                    <a:pt x="433989" y="2846094"/>
                  </a:lnTo>
                  <a:lnTo>
                    <a:pt x="434448" y="2841427"/>
                  </a:lnTo>
                  <a:lnTo>
                    <a:pt x="427744" y="2828489"/>
                  </a:lnTo>
                  <a:lnTo>
                    <a:pt x="439476" y="2805403"/>
                  </a:lnTo>
                  <a:lnTo>
                    <a:pt x="444787" y="2805752"/>
                  </a:lnTo>
                  <a:lnTo>
                    <a:pt x="447579" y="2809249"/>
                  </a:lnTo>
                  <a:lnTo>
                    <a:pt x="447126" y="2814606"/>
                  </a:lnTo>
                  <a:lnTo>
                    <a:pt x="443131" y="2823467"/>
                  </a:lnTo>
                  <a:lnTo>
                    <a:pt x="438705" y="2827948"/>
                  </a:lnTo>
                  <a:lnTo>
                    <a:pt x="434727" y="2829187"/>
                  </a:lnTo>
                  <a:lnTo>
                    <a:pt x="436760" y="2836809"/>
                  </a:lnTo>
                  <a:lnTo>
                    <a:pt x="441153" y="2841078"/>
                  </a:lnTo>
                  <a:lnTo>
                    <a:pt x="447929" y="2837219"/>
                  </a:lnTo>
                  <a:lnTo>
                    <a:pt x="455885" y="2834804"/>
                  </a:lnTo>
                  <a:lnTo>
                    <a:pt x="490169" y="2833874"/>
                  </a:lnTo>
                  <a:lnTo>
                    <a:pt x="501950" y="2832074"/>
                  </a:lnTo>
                  <a:lnTo>
                    <a:pt x="513983" y="2833538"/>
                  </a:lnTo>
                  <a:lnTo>
                    <a:pt x="538972" y="2842618"/>
                  </a:lnTo>
                  <a:lnTo>
                    <a:pt x="556999" y="2853757"/>
                  </a:lnTo>
                  <a:lnTo>
                    <a:pt x="570431" y="2859026"/>
                  </a:lnTo>
                  <a:lnTo>
                    <a:pt x="616364" y="2864663"/>
                  </a:lnTo>
                  <a:lnTo>
                    <a:pt x="636151" y="2859621"/>
                  </a:lnTo>
                  <a:lnTo>
                    <a:pt x="638965" y="2856207"/>
                  </a:lnTo>
                  <a:lnTo>
                    <a:pt x="632801" y="2849132"/>
                  </a:lnTo>
                  <a:lnTo>
                    <a:pt x="630392" y="2844677"/>
                  </a:lnTo>
                  <a:lnTo>
                    <a:pt x="636577" y="2836090"/>
                  </a:lnTo>
                  <a:lnTo>
                    <a:pt x="643616" y="2830548"/>
                  </a:lnTo>
                  <a:lnTo>
                    <a:pt x="657512" y="2825540"/>
                  </a:lnTo>
                  <a:lnTo>
                    <a:pt x="665205" y="2837500"/>
                  </a:lnTo>
                  <a:lnTo>
                    <a:pt x="682211" y="2838143"/>
                  </a:lnTo>
                  <a:lnTo>
                    <a:pt x="694260" y="2857869"/>
                  </a:lnTo>
                  <a:lnTo>
                    <a:pt x="699921" y="2864869"/>
                  </a:lnTo>
                  <a:lnTo>
                    <a:pt x="720429" y="2870726"/>
                  </a:lnTo>
                  <a:lnTo>
                    <a:pt x="726385" y="2863815"/>
                  </a:lnTo>
                  <a:lnTo>
                    <a:pt x="729620" y="2863630"/>
                  </a:lnTo>
                  <a:lnTo>
                    <a:pt x="728341" y="2871861"/>
                  </a:lnTo>
                  <a:lnTo>
                    <a:pt x="730161" y="2878608"/>
                  </a:lnTo>
                  <a:lnTo>
                    <a:pt x="740079" y="2893551"/>
                  </a:lnTo>
                  <a:lnTo>
                    <a:pt x="740593" y="2898142"/>
                  </a:lnTo>
                  <a:lnTo>
                    <a:pt x="730888" y="2896315"/>
                  </a:lnTo>
                  <a:lnTo>
                    <a:pt x="725828" y="2897746"/>
                  </a:lnTo>
                  <a:lnTo>
                    <a:pt x="724997" y="2902200"/>
                  </a:lnTo>
                  <a:lnTo>
                    <a:pt x="757161" y="2915576"/>
                  </a:lnTo>
                  <a:lnTo>
                    <a:pt x="785330" y="2924355"/>
                  </a:lnTo>
                  <a:lnTo>
                    <a:pt x="793559" y="2921584"/>
                  </a:lnTo>
                  <a:lnTo>
                    <a:pt x="803772" y="2904642"/>
                  </a:lnTo>
                  <a:lnTo>
                    <a:pt x="813144" y="2900688"/>
                  </a:lnTo>
                  <a:lnTo>
                    <a:pt x="826941" y="2901338"/>
                  </a:lnTo>
                  <a:lnTo>
                    <a:pt x="835624" y="2906846"/>
                  </a:lnTo>
                  <a:lnTo>
                    <a:pt x="841766" y="2924334"/>
                  </a:lnTo>
                  <a:lnTo>
                    <a:pt x="845564" y="2927988"/>
                  </a:lnTo>
                  <a:lnTo>
                    <a:pt x="854176" y="2923623"/>
                  </a:lnTo>
                  <a:lnTo>
                    <a:pt x="858034" y="2917218"/>
                  </a:lnTo>
                  <a:lnTo>
                    <a:pt x="860121" y="2909097"/>
                  </a:lnTo>
                  <a:lnTo>
                    <a:pt x="861127" y="2901105"/>
                  </a:lnTo>
                  <a:lnTo>
                    <a:pt x="863471" y="2895494"/>
                  </a:lnTo>
                  <a:lnTo>
                    <a:pt x="863520" y="2882241"/>
                  </a:lnTo>
                  <a:lnTo>
                    <a:pt x="858100" y="2877766"/>
                  </a:lnTo>
                  <a:lnTo>
                    <a:pt x="853570" y="2875467"/>
                  </a:lnTo>
                  <a:lnTo>
                    <a:pt x="851384" y="2872012"/>
                  </a:lnTo>
                  <a:lnTo>
                    <a:pt x="851575" y="2867421"/>
                  </a:lnTo>
                  <a:lnTo>
                    <a:pt x="883116" y="2878512"/>
                  </a:lnTo>
                  <a:lnTo>
                    <a:pt x="889717" y="2884383"/>
                  </a:lnTo>
                  <a:lnTo>
                    <a:pt x="892055" y="2889357"/>
                  </a:lnTo>
                  <a:lnTo>
                    <a:pt x="892613" y="2896001"/>
                  </a:lnTo>
                  <a:lnTo>
                    <a:pt x="901050" y="2898847"/>
                  </a:lnTo>
                  <a:lnTo>
                    <a:pt x="906033" y="2898341"/>
                  </a:lnTo>
                  <a:lnTo>
                    <a:pt x="911875" y="2900318"/>
                  </a:lnTo>
                  <a:lnTo>
                    <a:pt x="916700" y="2905204"/>
                  </a:lnTo>
                  <a:lnTo>
                    <a:pt x="922897" y="2907762"/>
                  </a:lnTo>
                  <a:lnTo>
                    <a:pt x="931694" y="2915487"/>
                  </a:lnTo>
                  <a:lnTo>
                    <a:pt x="937733" y="2927974"/>
                  </a:lnTo>
                  <a:lnTo>
                    <a:pt x="941727" y="2932853"/>
                  </a:lnTo>
                  <a:lnTo>
                    <a:pt x="939197" y="2945306"/>
                  </a:lnTo>
                  <a:lnTo>
                    <a:pt x="944295" y="2942877"/>
                  </a:lnTo>
                  <a:lnTo>
                    <a:pt x="954869" y="2931327"/>
                  </a:lnTo>
                  <a:lnTo>
                    <a:pt x="959437" y="2935124"/>
                  </a:lnTo>
                  <a:lnTo>
                    <a:pt x="963885" y="2940366"/>
                  </a:lnTo>
                  <a:lnTo>
                    <a:pt x="966366" y="2936226"/>
                  </a:lnTo>
                  <a:lnTo>
                    <a:pt x="969033" y="2928864"/>
                  </a:lnTo>
                  <a:lnTo>
                    <a:pt x="978896" y="2922692"/>
                  </a:lnTo>
                  <a:lnTo>
                    <a:pt x="979530" y="2914263"/>
                  </a:lnTo>
                  <a:lnTo>
                    <a:pt x="973978" y="2912121"/>
                  </a:lnTo>
                  <a:lnTo>
                    <a:pt x="968213" y="2907906"/>
                  </a:lnTo>
                  <a:lnTo>
                    <a:pt x="961060" y="2895652"/>
                  </a:lnTo>
                  <a:lnTo>
                    <a:pt x="953793" y="2896001"/>
                  </a:lnTo>
                  <a:lnTo>
                    <a:pt x="923804" y="2883828"/>
                  </a:lnTo>
                  <a:lnTo>
                    <a:pt x="916345" y="2874585"/>
                  </a:lnTo>
                  <a:lnTo>
                    <a:pt x="905771" y="2867209"/>
                  </a:lnTo>
                  <a:lnTo>
                    <a:pt x="900613" y="2855912"/>
                  </a:lnTo>
                  <a:lnTo>
                    <a:pt x="904159" y="2852163"/>
                  </a:lnTo>
                  <a:lnTo>
                    <a:pt x="904859" y="2848126"/>
                  </a:lnTo>
                  <a:lnTo>
                    <a:pt x="907192" y="2846887"/>
                  </a:lnTo>
                  <a:lnTo>
                    <a:pt x="911831" y="2848229"/>
                  </a:lnTo>
                  <a:lnTo>
                    <a:pt x="918695" y="2844876"/>
                  </a:lnTo>
                  <a:lnTo>
                    <a:pt x="915165" y="2841058"/>
                  </a:lnTo>
                  <a:lnTo>
                    <a:pt x="921902" y="2834483"/>
                  </a:lnTo>
                  <a:lnTo>
                    <a:pt x="930323" y="2832779"/>
                  </a:lnTo>
                  <a:lnTo>
                    <a:pt x="941623" y="2827757"/>
                  </a:lnTo>
                  <a:lnTo>
                    <a:pt x="940689" y="2825013"/>
                  </a:lnTo>
                  <a:lnTo>
                    <a:pt x="941241" y="2813634"/>
                  </a:lnTo>
                  <a:lnTo>
                    <a:pt x="936421" y="2805691"/>
                  </a:lnTo>
                  <a:lnTo>
                    <a:pt x="934951" y="2801038"/>
                  </a:lnTo>
                  <a:lnTo>
                    <a:pt x="936443" y="2796112"/>
                  </a:lnTo>
                  <a:lnTo>
                    <a:pt x="925957" y="2794415"/>
                  </a:lnTo>
                  <a:lnTo>
                    <a:pt x="918241" y="2802269"/>
                  </a:lnTo>
                  <a:lnTo>
                    <a:pt x="915318" y="2814469"/>
                  </a:lnTo>
                  <a:lnTo>
                    <a:pt x="910596" y="2816043"/>
                  </a:lnTo>
                  <a:lnTo>
                    <a:pt x="898050" y="2812396"/>
                  </a:lnTo>
                  <a:lnTo>
                    <a:pt x="890061" y="2801544"/>
                  </a:lnTo>
                  <a:lnTo>
                    <a:pt x="894307" y="2796159"/>
                  </a:lnTo>
                  <a:lnTo>
                    <a:pt x="901307" y="2791589"/>
                  </a:lnTo>
                  <a:lnTo>
                    <a:pt x="906864" y="2786163"/>
                  </a:lnTo>
                  <a:lnTo>
                    <a:pt x="906585" y="2782311"/>
                  </a:lnTo>
                  <a:lnTo>
                    <a:pt x="898760" y="2778465"/>
                  </a:lnTo>
                  <a:lnTo>
                    <a:pt x="894766" y="2783337"/>
                  </a:lnTo>
                  <a:lnTo>
                    <a:pt x="890389" y="2785232"/>
                  </a:lnTo>
                  <a:lnTo>
                    <a:pt x="881236" y="2784925"/>
                  </a:lnTo>
                  <a:lnTo>
                    <a:pt x="870028" y="2794257"/>
                  </a:lnTo>
                  <a:lnTo>
                    <a:pt x="849755" y="2798486"/>
                  </a:lnTo>
                  <a:lnTo>
                    <a:pt x="837488" y="2793443"/>
                  </a:lnTo>
                  <a:lnTo>
                    <a:pt x="823155" y="2782899"/>
                  </a:lnTo>
                  <a:lnTo>
                    <a:pt x="832226" y="2763666"/>
                  </a:lnTo>
                  <a:lnTo>
                    <a:pt x="844165" y="2749414"/>
                  </a:lnTo>
                  <a:lnTo>
                    <a:pt x="855280" y="2750844"/>
                  </a:lnTo>
                  <a:lnTo>
                    <a:pt x="864318" y="2753320"/>
                  </a:lnTo>
                  <a:lnTo>
                    <a:pt x="874498" y="2764904"/>
                  </a:lnTo>
                  <a:lnTo>
                    <a:pt x="915432" y="2779307"/>
                  </a:lnTo>
                  <a:lnTo>
                    <a:pt x="923000" y="2775571"/>
                  </a:lnTo>
                  <a:lnTo>
                    <a:pt x="931656" y="2771295"/>
                  </a:lnTo>
                  <a:lnTo>
                    <a:pt x="945416" y="2754176"/>
                  </a:lnTo>
                  <a:lnTo>
                    <a:pt x="951793" y="2754408"/>
                  </a:lnTo>
                  <a:lnTo>
                    <a:pt x="956262" y="2755989"/>
                  </a:lnTo>
                  <a:lnTo>
                    <a:pt x="975240" y="2750960"/>
                  </a:lnTo>
                  <a:lnTo>
                    <a:pt x="991896" y="2744391"/>
                  </a:lnTo>
                  <a:lnTo>
                    <a:pt x="995508" y="2744227"/>
                  </a:lnTo>
                  <a:lnTo>
                    <a:pt x="1001442" y="2745602"/>
                  </a:lnTo>
                  <a:lnTo>
                    <a:pt x="1015748" y="2752766"/>
                  </a:lnTo>
                  <a:lnTo>
                    <a:pt x="1048480" y="2750604"/>
                  </a:lnTo>
                  <a:lnTo>
                    <a:pt x="1054043" y="2750228"/>
                  </a:lnTo>
                  <a:lnTo>
                    <a:pt x="1065310" y="2751671"/>
                  </a:lnTo>
                  <a:lnTo>
                    <a:pt x="1078043" y="2751192"/>
                  </a:lnTo>
                  <a:lnTo>
                    <a:pt x="1080157" y="2744364"/>
                  </a:lnTo>
                  <a:lnTo>
                    <a:pt x="1084430" y="2723222"/>
                  </a:lnTo>
                  <a:lnTo>
                    <a:pt x="1089572" y="2707101"/>
                  </a:lnTo>
                  <a:lnTo>
                    <a:pt x="1091933" y="2705288"/>
                  </a:lnTo>
                  <a:lnTo>
                    <a:pt x="1098922" y="2714717"/>
                  </a:lnTo>
                  <a:lnTo>
                    <a:pt x="1101818" y="2723878"/>
                  </a:lnTo>
                  <a:lnTo>
                    <a:pt x="1101671" y="2739554"/>
                  </a:lnTo>
                  <a:lnTo>
                    <a:pt x="1104660" y="2744528"/>
                  </a:lnTo>
                  <a:lnTo>
                    <a:pt x="1109190" y="2745472"/>
                  </a:lnTo>
                  <a:lnTo>
                    <a:pt x="1114097" y="2753957"/>
                  </a:lnTo>
                  <a:lnTo>
                    <a:pt x="1116671" y="2761675"/>
                  </a:lnTo>
                  <a:lnTo>
                    <a:pt x="1103944" y="2766259"/>
                  </a:lnTo>
                  <a:lnTo>
                    <a:pt x="1094878" y="2766916"/>
                  </a:lnTo>
                  <a:lnTo>
                    <a:pt x="1092534" y="2770207"/>
                  </a:lnTo>
                  <a:lnTo>
                    <a:pt x="1135474" y="2765465"/>
                  </a:lnTo>
                  <a:lnTo>
                    <a:pt x="1147670" y="2750980"/>
                  </a:lnTo>
                  <a:lnTo>
                    <a:pt x="1150331" y="2749639"/>
                  </a:lnTo>
                  <a:lnTo>
                    <a:pt x="1154943" y="2747333"/>
                  </a:lnTo>
                  <a:lnTo>
                    <a:pt x="1155452" y="2751582"/>
                  </a:lnTo>
                  <a:lnTo>
                    <a:pt x="1149075" y="2759225"/>
                  </a:lnTo>
                  <a:lnTo>
                    <a:pt x="1151867" y="2761326"/>
                  </a:lnTo>
                  <a:lnTo>
                    <a:pt x="1173659" y="2755024"/>
                  </a:lnTo>
                  <a:lnTo>
                    <a:pt x="1177014" y="2746978"/>
                  </a:lnTo>
                  <a:lnTo>
                    <a:pt x="1184446" y="2738986"/>
                  </a:lnTo>
                  <a:lnTo>
                    <a:pt x="1186020" y="2727067"/>
                  </a:lnTo>
                  <a:lnTo>
                    <a:pt x="1191817" y="2727040"/>
                  </a:lnTo>
                  <a:lnTo>
                    <a:pt x="1197052" y="2732438"/>
                  </a:lnTo>
                  <a:lnTo>
                    <a:pt x="1201320" y="2724946"/>
                  </a:lnTo>
                  <a:lnTo>
                    <a:pt x="1205385" y="2722647"/>
                  </a:lnTo>
                  <a:lnTo>
                    <a:pt x="1209014" y="2732233"/>
                  </a:lnTo>
                  <a:lnTo>
                    <a:pt x="1206702" y="2742188"/>
                  </a:lnTo>
                  <a:lnTo>
                    <a:pt x="1191260" y="2746978"/>
                  </a:lnTo>
                  <a:lnTo>
                    <a:pt x="1186790" y="2750125"/>
                  </a:lnTo>
                  <a:lnTo>
                    <a:pt x="1182599" y="2755024"/>
                  </a:lnTo>
                  <a:lnTo>
                    <a:pt x="1208735" y="2750385"/>
                  </a:lnTo>
                  <a:lnTo>
                    <a:pt x="1240964" y="2746109"/>
                  </a:lnTo>
                  <a:lnTo>
                    <a:pt x="1249199" y="2743050"/>
                  </a:lnTo>
                  <a:lnTo>
                    <a:pt x="1258450" y="2737111"/>
                  </a:lnTo>
                  <a:lnTo>
                    <a:pt x="1266893" y="2733115"/>
                  </a:lnTo>
                  <a:lnTo>
                    <a:pt x="1275150" y="2735011"/>
                  </a:lnTo>
                  <a:lnTo>
                    <a:pt x="1288221" y="2733478"/>
                  </a:lnTo>
                  <a:lnTo>
                    <a:pt x="1298483" y="2737508"/>
                  </a:lnTo>
                  <a:lnTo>
                    <a:pt x="1301614" y="2740690"/>
                  </a:lnTo>
                  <a:lnTo>
                    <a:pt x="1303166" y="2745698"/>
                  </a:lnTo>
                  <a:lnTo>
                    <a:pt x="1290155" y="2742434"/>
                  </a:lnTo>
                  <a:lnTo>
                    <a:pt x="1266166" y="2746636"/>
                  </a:lnTo>
                  <a:lnTo>
                    <a:pt x="1297423" y="2755968"/>
                  </a:lnTo>
                  <a:lnTo>
                    <a:pt x="1333176" y="2772520"/>
                  </a:lnTo>
                  <a:lnTo>
                    <a:pt x="1340439" y="2778465"/>
                  </a:lnTo>
                  <a:lnTo>
                    <a:pt x="1344351" y="2779163"/>
                  </a:lnTo>
                  <a:lnTo>
                    <a:pt x="1345788" y="2774360"/>
                  </a:lnTo>
                  <a:lnTo>
                    <a:pt x="1346029" y="2768318"/>
                  </a:lnTo>
                  <a:lnTo>
                    <a:pt x="1353296" y="2763426"/>
                  </a:lnTo>
                  <a:lnTo>
                    <a:pt x="1361395" y="2762379"/>
                  </a:lnTo>
                  <a:lnTo>
                    <a:pt x="1357203" y="2769365"/>
                  </a:lnTo>
                  <a:lnTo>
                    <a:pt x="1354690" y="2776016"/>
                  </a:lnTo>
                  <a:lnTo>
                    <a:pt x="1360641" y="2781770"/>
                  </a:lnTo>
                  <a:lnTo>
                    <a:pt x="1359160" y="2786156"/>
                  </a:lnTo>
                  <a:lnTo>
                    <a:pt x="1353307" y="2785479"/>
                  </a:lnTo>
                  <a:lnTo>
                    <a:pt x="1372498" y="2805957"/>
                  </a:lnTo>
                  <a:lnTo>
                    <a:pt x="1389362" y="2819977"/>
                  </a:lnTo>
                  <a:lnTo>
                    <a:pt x="1394597" y="2830890"/>
                  </a:lnTo>
                  <a:lnTo>
                    <a:pt x="1393695" y="2836460"/>
                  </a:lnTo>
                  <a:lnTo>
                    <a:pt x="1391285" y="2838978"/>
                  </a:lnTo>
                  <a:lnTo>
                    <a:pt x="1386023" y="2832683"/>
                  </a:lnTo>
                  <a:lnTo>
                    <a:pt x="1382624" y="2824637"/>
                  </a:lnTo>
                  <a:lnTo>
                    <a:pt x="1382624" y="2835133"/>
                  </a:lnTo>
                  <a:lnTo>
                    <a:pt x="1386815" y="2845273"/>
                  </a:lnTo>
                  <a:lnTo>
                    <a:pt x="1393241" y="2847373"/>
                  </a:lnTo>
                  <a:lnTo>
                    <a:pt x="1408115" y="2843494"/>
                  </a:lnTo>
                  <a:lnTo>
                    <a:pt x="1425656" y="2841646"/>
                  </a:lnTo>
                  <a:lnTo>
                    <a:pt x="1432383" y="2838253"/>
                  </a:lnTo>
                  <a:lnTo>
                    <a:pt x="1441367" y="2833723"/>
                  </a:lnTo>
                  <a:lnTo>
                    <a:pt x="1451257" y="2834366"/>
                  </a:lnTo>
                  <a:lnTo>
                    <a:pt x="1479295" y="2816878"/>
                  </a:lnTo>
                  <a:lnTo>
                    <a:pt x="1490033" y="2815153"/>
                  </a:lnTo>
                  <a:lnTo>
                    <a:pt x="1498005" y="2815543"/>
                  </a:lnTo>
                  <a:lnTo>
                    <a:pt x="1500705" y="2812458"/>
                  </a:lnTo>
                  <a:lnTo>
                    <a:pt x="1498841" y="2805047"/>
                  </a:lnTo>
                  <a:lnTo>
                    <a:pt x="1501049" y="2798499"/>
                  </a:lnTo>
                  <a:lnTo>
                    <a:pt x="1506191" y="2793491"/>
                  </a:lnTo>
                  <a:lnTo>
                    <a:pt x="1535896" y="2788017"/>
                  </a:lnTo>
                  <a:lnTo>
                    <a:pt x="1575048" y="2812936"/>
                  </a:lnTo>
                  <a:lnTo>
                    <a:pt x="1620250" y="2879367"/>
                  </a:lnTo>
                  <a:lnTo>
                    <a:pt x="1678572" y="2935467"/>
                  </a:lnTo>
                  <a:lnTo>
                    <a:pt x="1691763" y="2958456"/>
                  </a:lnTo>
                  <a:lnTo>
                    <a:pt x="1692593" y="2969034"/>
                  </a:lnTo>
                  <a:lnTo>
                    <a:pt x="1691861" y="2974932"/>
                  </a:lnTo>
                  <a:lnTo>
                    <a:pt x="1690735" y="3014740"/>
                  </a:lnTo>
                  <a:lnTo>
                    <a:pt x="1680899" y="3049635"/>
                  </a:lnTo>
                  <a:lnTo>
                    <a:pt x="1670271" y="3104400"/>
                  </a:lnTo>
                  <a:lnTo>
                    <a:pt x="1674293" y="3114130"/>
                  </a:lnTo>
                  <a:lnTo>
                    <a:pt x="1677905" y="3120042"/>
                  </a:lnTo>
                  <a:lnTo>
                    <a:pt x="1681533" y="3123545"/>
                  </a:lnTo>
                  <a:lnTo>
                    <a:pt x="1684615" y="3120220"/>
                  </a:lnTo>
                  <a:lnTo>
                    <a:pt x="1690708" y="3122279"/>
                  </a:lnTo>
                  <a:lnTo>
                    <a:pt x="1694610" y="3118413"/>
                  </a:lnTo>
                  <a:lnTo>
                    <a:pt x="1696293" y="3114034"/>
                  </a:lnTo>
                  <a:lnTo>
                    <a:pt x="1697905" y="3100582"/>
                  </a:lnTo>
                  <a:lnTo>
                    <a:pt x="1693741" y="3097148"/>
                  </a:lnTo>
                  <a:lnTo>
                    <a:pt x="1689107" y="3087897"/>
                  </a:lnTo>
                  <a:lnTo>
                    <a:pt x="1693500" y="3085454"/>
                  </a:lnTo>
                  <a:lnTo>
                    <a:pt x="1699806" y="3088643"/>
                  </a:lnTo>
                  <a:lnTo>
                    <a:pt x="1706407" y="3099932"/>
                  </a:lnTo>
                  <a:lnTo>
                    <a:pt x="1708921" y="3101328"/>
                  </a:lnTo>
                  <a:lnTo>
                    <a:pt x="1714790" y="3096436"/>
                  </a:lnTo>
                  <a:lnTo>
                    <a:pt x="1719260" y="3102033"/>
                  </a:lnTo>
                  <a:lnTo>
                    <a:pt x="1719844" y="3105885"/>
                  </a:lnTo>
                  <a:lnTo>
                    <a:pt x="1716489" y="3114890"/>
                  </a:lnTo>
                  <a:lnTo>
                    <a:pt x="1706380" y="3127903"/>
                  </a:lnTo>
                  <a:lnTo>
                    <a:pt x="1693511" y="3149443"/>
                  </a:lnTo>
                  <a:lnTo>
                    <a:pt x="1687817" y="3150743"/>
                  </a:lnTo>
                  <a:lnTo>
                    <a:pt x="1684697" y="3152939"/>
                  </a:lnTo>
                  <a:lnTo>
                    <a:pt x="1691326" y="3160000"/>
                  </a:lnTo>
                  <a:lnTo>
                    <a:pt x="1695233" y="3166747"/>
                  </a:lnTo>
                  <a:lnTo>
                    <a:pt x="1715276" y="3214587"/>
                  </a:lnTo>
                  <a:lnTo>
                    <a:pt x="1725047" y="3231953"/>
                  </a:lnTo>
                  <a:lnTo>
                    <a:pt x="1732210" y="3241053"/>
                  </a:lnTo>
                  <a:lnTo>
                    <a:pt x="1737489" y="3244125"/>
                  </a:lnTo>
                  <a:lnTo>
                    <a:pt x="1744451" y="3245357"/>
                  </a:lnTo>
                  <a:lnTo>
                    <a:pt x="1745800" y="3240553"/>
                  </a:lnTo>
                  <a:lnTo>
                    <a:pt x="1744401" y="3231809"/>
                  </a:lnTo>
                  <a:lnTo>
                    <a:pt x="1753959" y="3228073"/>
                  </a:lnTo>
                  <a:lnTo>
                    <a:pt x="1763183" y="3228333"/>
                  </a:lnTo>
                  <a:lnTo>
                    <a:pt x="1757177" y="3238145"/>
                  </a:lnTo>
                  <a:lnTo>
                    <a:pt x="1755953" y="3264378"/>
                  </a:lnTo>
                  <a:lnTo>
                    <a:pt x="1760237" y="3285719"/>
                  </a:lnTo>
                  <a:lnTo>
                    <a:pt x="1763953" y="3287429"/>
                  </a:lnTo>
                  <a:lnTo>
                    <a:pt x="1768008" y="3285719"/>
                  </a:lnTo>
                  <a:lnTo>
                    <a:pt x="1773560" y="3274593"/>
                  </a:lnTo>
                  <a:lnTo>
                    <a:pt x="1777926" y="3269934"/>
                  </a:lnTo>
                  <a:lnTo>
                    <a:pt x="1783844" y="3266800"/>
                  </a:lnTo>
                  <a:lnTo>
                    <a:pt x="1776363" y="3279396"/>
                  </a:lnTo>
                  <a:lnTo>
                    <a:pt x="1769265" y="3294422"/>
                  </a:lnTo>
                  <a:lnTo>
                    <a:pt x="1772336" y="3297569"/>
                  </a:lnTo>
                  <a:lnTo>
                    <a:pt x="1779603" y="3302119"/>
                  </a:lnTo>
                  <a:lnTo>
                    <a:pt x="1785767" y="3342605"/>
                  </a:lnTo>
                  <a:lnTo>
                    <a:pt x="1796510" y="3365437"/>
                  </a:lnTo>
                  <a:lnTo>
                    <a:pt x="1812985" y="3378273"/>
                  </a:lnTo>
                  <a:lnTo>
                    <a:pt x="1835739" y="3386751"/>
                  </a:lnTo>
                  <a:lnTo>
                    <a:pt x="1837963" y="3400654"/>
                  </a:lnTo>
                  <a:lnTo>
                    <a:pt x="1851160" y="3421454"/>
                  </a:lnTo>
                  <a:lnTo>
                    <a:pt x="1863897" y="3451745"/>
                  </a:lnTo>
                  <a:lnTo>
                    <a:pt x="1870220" y="3455823"/>
                  </a:lnTo>
                  <a:lnTo>
                    <a:pt x="1878777" y="3459531"/>
                  </a:lnTo>
                  <a:lnTo>
                    <a:pt x="1883247" y="3466182"/>
                  </a:lnTo>
                  <a:lnTo>
                    <a:pt x="1880455" y="3471772"/>
                  </a:lnTo>
                  <a:lnTo>
                    <a:pt x="1865652" y="3458484"/>
                  </a:lnTo>
                  <a:lnTo>
                    <a:pt x="1861357" y="3459812"/>
                  </a:lnTo>
                  <a:lnTo>
                    <a:pt x="1858821" y="3465511"/>
                  </a:lnTo>
                  <a:lnTo>
                    <a:pt x="1857848" y="3471183"/>
                  </a:lnTo>
                  <a:lnTo>
                    <a:pt x="1864214" y="3483862"/>
                  </a:lnTo>
                  <a:lnTo>
                    <a:pt x="1875242" y="3484532"/>
                  </a:lnTo>
                  <a:lnTo>
                    <a:pt x="1892001" y="3478518"/>
                  </a:lnTo>
                  <a:lnTo>
                    <a:pt x="1906066" y="3481296"/>
                  </a:lnTo>
                  <a:lnTo>
                    <a:pt x="1926088" y="3470636"/>
                  </a:lnTo>
                  <a:lnTo>
                    <a:pt x="1934252" y="3470999"/>
                  </a:lnTo>
                  <a:lnTo>
                    <a:pt x="1947427" y="3456787"/>
                  </a:lnTo>
                  <a:lnTo>
                    <a:pt x="1951815" y="3443356"/>
                  </a:lnTo>
                  <a:lnTo>
                    <a:pt x="1954825" y="3416528"/>
                  </a:lnTo>
                  <a:lnTo>
                    <a:pt x="1963973" y="3399265"/>
                  </a:lnTo>
                  <a:lnTo>
                    <a:pt x="1970705" y="3380127"/>
                  </a:lnTo>
                  <a:lnTo>
                    <a:pt x="1972497" y="3380729"/>
                  </a:lnTo>
                  <a:lnTo>
                    <a:pt x="1973241" y="3385129"/>
                  </a:lnTo>
                  <a:lnTo>
                    <a:pt x="1974350" y="3386408"/>
                  </a:lnTo>
                  <a:lnTo>
                    <a:pt x="1976115" y="3344637"/>
                  </a:lnTo>
                  <a:lnTo>
                    <a:pt x="1983869" y="3283399"/>
                  </a:lnTo>
                  <a:lnTo>
                    <a:pt x="1982891" y="3249893"/>
                  </a:lnTo>
                  <a:lnTo>
                    <a:pt x="1978568" y="3223797"/>
                  </a:lnTo>
                  <a:lnTo>
                    <a:pt x="1974415" y="3211317"/>
                  </a:lnTo>
                  <a:lnTo>
                    <a:pt x="1963186" y="3193937"/>
                  </a:lnTo>
                  <a:lnTo>
                    <a:pt x="1915738" y="3057470"/>
                  </a:lnTo>
                  <a:lnTo>
                    <a:pt x="1911678" y="3044682"/>
                  </a:lnTo>
                  <a:lnTo>
                    <a:pt x="1904711" y="3029430"/>
                  </a:lnTo>
                  <a:lnTo>
                    <a:pt x="1900394" y="3004258"/>
                  </a:lnTo>
                  <a:lnTo>
                    <a:pt x="1896903" y="2993755"/>
                  </a:lnTo>
                  <a:lnTo>
                    <a:pt x="1894690" y="2976650"/>
                  </a:lnTo>
                  <a:lnTo>
                    <a:pt x="1897990" y="2976472"/>
                  </a:lnTo>
                  <a:lnTo>
                    <a:pt x="1902209" y="2980180"/>
                  </a:lnTo>
                  <a:lnTo>
                    <a:pt x="1901214" y="2987118"/>
                  </a:lnTo>
                  <a:lnTo>
                    <a:pt x="1902777" y="2994145"/>
                  </a:lnTo>
                  <a:lnTo>
                    <a:pt x="1910126" y="2998613"/>
                  </a:lnTo>
                  <a:lnTo>
                    <a:pt x="1911443" y="3001754"/>
                  </a:lnTo>
                  <a:lnTo>
                    <a:pt x="1906902" y="3010484"/>
                  </a:lnTo>
                  <a:lnTo>
                    <a:pt x="1906602" y="3017956"/>
                  </a:lnTo>
                  <a:lnTo>
                    <a:pt x="1910881" y="3034480"/>
                  </a:lnTo>
                  <a:lnTo>
                    <a:pt x="1914017" y="3030286"/>
                  </a:lnTo>
                  <a:lnTo>
                    <a:pt x="1915312" y="3019455"/>
                  </a:lnTo>
                  <a:lnTo>
                    <a:pt x="1917667" y="3010231"/>
                  </a:lnTo>
                  <a:lnTo>
                    <a:pt x="1920569" y="3009547"/>
                  </a:lnTo>
                  <a:lnTo>
                    <a:pt x="1918788" y="3037928"/>
                  </a:lnTo>
                  <a:lnTo>
                    <a:pt x="1920225" y="3057935"/>
                  </a:lnTo>
                  <a:lnTo>
                    <a:pt x="1932585" y="3092002"/>
                  </a:lnTo>
                  <a:lnTo>
                    <a:pt x="1937361" y="3096737"/>
                  </a:lnTo>
                  <a:lnTo>
                    <a:pt x="1928826" y="3073002"/>
                  </a:lnTo>
                  <a:lnTo>
                    <a:pt x="1924383" y="3057477"/>
                  </a:lnTo>
                  <a:lnTo>
                    <a:pt x="1923028" y="3044764"/>
                  </a:lnTo>
                  <a:lnTo>
                    <a:pt x="1923454" y="3031716"/>
                  </a:lnTo>
                  <a:lnTo>
                    <a:pt x="1924946" y="3023060"/>
                  </a:lnTo>
                  <a:lnTo>
                    <a:pt x="1929837" y="3014706"/>
                  </a:lnTo>
                  <a:lnTo>
                    <a:pt x="1925339" y="3004853"/>
                  </a:lnTo>
                  <a:lnTo>
                    <a:pt x="1887772" y="2935706"/>
                  </a:lnTo>
                  <a:lnTo>
                    <a:pt x="1864881" y="2878656"/>
                  </a:lnTo>
                  <a:lnTo>
                    <a:pt x="1848657" y="2831458"/>
                  </a:lnTo>
                  <a:lnTo>
                    <a:pt x="1838854" y="2782776"/>
                  </a:lnTo>
                  <a:lnTo>
                    <a:pt x="1833411" y="2764733"/>
                  </a:lnTo>
                  <a:lnTo>
                    <a:pt x="1825417" y="2712774"/>
                  </a:lnTo>
                  <a:lnTo>
                    <a:pt x="1820182" y="2700068"/>
                  </a:lnTo>
                  <a:lnTo>
                    <a:pt x="1818811" y="2690208"/>
                  </a:lnTo>
                  <a:lnTo>
                    <a:pt x="1818341" y="2679999"/>
                  </a:lnTo>
                  <a:lnTo>
                    <a:pt x="1820559" y="2674519"/>
                  </a:lnTo>
                  <a:lnTo>
                    <a:pt x="1823827" y="2661170"/>
                  </a:lnTo>
                  <a:lnTo>
                    <a:pt x="1825860" y="2650065"/>
                  </a:lnTo>
                  <a:lnTo>
                    <a:pt x="1825062" y="2644632"/>
                  </a:lnTo>
                  <a:lnTo>
                    <a:pt x="1827144" y="2634451"/>
                  </a:lnTo>
                  <a:lnTo>
                    <a:pt x="1830406" y="2637290"/>
                  </a:lnTo>
                  <a:lnTo>
                    <a:pt x="1835745" y="2638351"/>
                  </a:lnTo>
                  <a:lnTo>
                    <a:pt x="1844297" y="2625453"/>
                  </a:lnTo>
                  <a:lnTo>
                    <a:pt x="1839745" y="2618468"/>
                  </a:lnTo>
                  <a:lnTo>
                    <a:pt x="1834308" y="2615867"/>
                  </a:lnTo>
                  <a:lnTo>
                    <a:pt x="1833947" y="2612932"/>
                  </a:lnTo>
                  <a:lnTo>
                    <a:pt x="1843570" y="2610421"/>
                  </a:lnTo>
                  <a:lnTo>
                    <a:pt x="1847717" y="2601335"/>
                  </a:lnTo>
                  <a:lnTo>
                    <a:pt x="1852083" y="2596278"/>
                  </a:lnTo>
                  <a:lnTo>
                    <a:pt x="1856947" y="2587986"/>
                  </a:lnTo>
                  <a:lnTo>
                    <a:pt x="1854679" y="2586918"/>
                  </a:lnTo>
                  <a:lnTo>
                    <a:pt x="1851581" y="2588382"/>
                  </a:lnTo>
                  <a:lnTo>
                    <a:pt x="1847553" y="2586918"/>
                  </a:lnTo>
                  <a:lnTo>
                    <a:pt x="1849455" y="2581958"/>
                  </a:lnTo>
                  <a:lnTo>
                    <a:pt x="1857564" y="2576915"/>
                  </a:lnTo>
                  <a:lnTo>
                    <a:pt x="1858056" y="2571893"/>
                  </a:lnTo>
                  <a:lnTo>
                    <a:pt x="1855701" y="2568978"/>
                  </a:lnTo>
                  <a:lnTo>
                    <a:pt x="1854433" y="2563757"/>
                  </a:lnTo>
                  <a:lnTo>
                    <a:pt x="1858439" y="2558222"/>
                  </a:lnTo>
                  <a:lnTo>
                    <a:pt x="1865570" y="2556867"/>
                  </a:lnTo>
                  <a:lnTo>
                    <a:pt x="1869182" y="2552016"/>
                  </a:lnTo>
                  <a:lnTo>
                    <a:pt x="1869302" y="2548444"/>
                  </a:lnTo>
                  <a:lnTo>
                    <a:pt x="1865892" y="2544599"/>
                  </a:lnTo>
                  <a:lnTo>
                    <a:pt x="1863903" y="2539317"/>
                  </a:lnTo>
                  <a:lnTo>
                    <a:pt x="1867307" y="2537148"/>
                  </a:lnTo>
                  <a:lnTo>
                    <a:pt x="1871482" y="2537435"/>
                  </a:lnTo>
                  <a:lnTo>
                    <a:pt x="1885149" y="2530025"/>
                  </a:lnTo>
                  <a:lnTo>
                    <a:pt x="1890864" y="2518161"/>
                  </a:lnTo>
                  <a:lnTo>
                    <a:pt x="1889777" y="2512694"/>
                  </a:lnTo>
                  <a:lnTo>
                    <a:pt x="1893455" y="2506344"/>
                  </a:lnTo>
                  <a:lnTo>
                    <a:pt x="1899990" y="2504675"/>
                  </a:lnTo>
                  <a:lnTo>
                    <a:pt x="1903662" y="2502383"/>
                  </a:lnTo>
                  <a:lnTo>
                    <a:pt x="1910799" y="2492078"/>
                  </a:lnTo>
                  <a:lnTo>
                    <a:pt x="1909924" y="2487850"/>
                  </a:lnTo>
                  <a:lnTo>
                    <a:pt x="1906367" y="2485127"/>
                  </a:lnTo>
                  <a:lnTo>
                    <a:pt x="1902842" y="2480501"/>
                  </a:lnTo>
                  <a:lnTo>
                    <a:pt x="1899198" y="2471388"/>
                  </a:lnTo>
                  <a:lnTo>
                    <a:pt x="1898679" y="2459523"/>
                  </a:lnTo>
                  <a:lnTo>
                    <a:pt x="1909110" y="2475076"/>
                  </a:lnTo>
                  <a:lnTo>
                    <a:pt x="1912050" y="2473454"/>
                  </a:lnTo>
                  <a:lnTo>
                    <a:pt x="1912640" y="2468904"/>
                  </a:lnTo>
                  <a:lnTo>
                    <a:pt x="1916061" y="2466824"/>
                  </a:lnTo>
                  <a:lnTo>
                    <a:pt x="1918454" y="2476588"/>
                  </a:lnTo>
                  <a:lnTo>
                    <a:pt x="1920427" y="2481275"/>
                  </a:lnTo>
                  <a:lnTo>
                    <a:pt x="1923656" y="2482048"/>
                  </a:lnTo>
                  <a:lnTo>
                    <a:pt x="1931012" y="2476848"/>
                  </a:lnTo>
                  <a:lnTo>
                    <a:pt x="1934132" y="2473009"/>
                  </a:lnTo>
                  <a:lnTo>
                    <a:pt x="1935416" y="2463068"/>
                  </a:lnTo>
                  <a:lnTo>
                    <a:pt x="1929175" y="2455692"/>
                  </a:lnTo>
                  <a:lnTo>
                    <a:pt x="1917520" y="2450601"/>
                  </a:lnTo>
                  <a:lnTo>
                    <a:pt x="1924454" y="2447522"/>
                  </a:lnTo>
                  <a:lnTo>
                    <a:pt x="1936902" y="2449253"/>
                  </a:lnTo>
                  <a:lnTo>
                    <a:pt x="1947886" y="2452141"/>
                  </a:lnTo>
                  <a:lnTo>
                    <a:pt x="1958459" y="2447009"/>
                  </a:lnTo>
                  <a:lnTo>
                    <a:pt x="1962787" y="2441521"/>
                  </a:lnTo>
                  <a:lnTo>
                    <a:pt x="1968312" y="2439229"/>
                  </a:lnTo>
                  <a:lnTo>
                    <a:pt x="1974776" y="2439756"/>
                  </a:lnTo>
                  <a:lnTo>
                    <a:pt x="1986055" y="2435439"/>
                  </a:lnTo>
                  <a:lnTo>
                    <a:pt x="1995126" y="2428822"/>
                  </a:lnTo>
                  <a:lnTo>
                    <a:pt x="2000393" y="2420194"/>
                  </a:lnTo>
                  <a:lnTo>
                    <a:pt x="1995978" y="2408795"/>
                  </a:lnTo>
                  <a:lnTo>
                    <a:pt x="2010317" y="2411970"/>
                  </a:lnTo>
                  <a:lnTo>
                    <a:pt x="2018147" y="2406729"/>
                  </a:lnTo>
                  <a:lnTo>
                    <a:pt x="2031584" y="2394892"/>
                  </a:lnTo>
                  <a:lnTo>
                    <a:pt x="2034699" y="2382056"/>
                  </a:lnTo>
                  <a:lnTo>
                    <a:pt x="2044595" y="2378354"/>
                  </a:lnTo>
                  <a:lnTo>
                    <a:pt x="2053409" y="2376220"/>
                  </a:lnTo>
                  <a:lnTo>
                    <a:pt x="2069513" y="2363206"/>
                  </a:lnTo>
                  <a:lnTo>
                    <a:pt x="2074748" y="2356233"/>
                  </a:lnTo>
                  <a:lnTo>
                    <a:pt x="2068917" y="2337978"/>
                  </a:lnTo>
                  <a:lnTo>
                    <a:pt x="2075059" y="2325444"/>
                  </a:lnTo>
                  <a:lnTo>
                    <a:pt x="2074961" y="2331287"/>
                  </a:lnTo>
                  <a:lnTo>
                    <a:pt x="2073726" y="2338437"/>
                  </a:lnTo>
                  <a:lnTo>
                    <a:pt x="2078715" y="2347968"/>
                  </a:lnTo>
                  <a:lnTo>
                    <a:pt x="2084939" y="2325300"/>
                  </a:lnTo>
                  <a:lnTo>
                    <a:pt x="2109321" y="2289878"/>
                  </a:lnTo>
                  <a:lnTo>
                    <a:pt x="2118146" y="2280716"/>
                  </a:lnTo>
                  <a:lnTo>
                    <a:pt x="2147665" y="2259813"/>
                  </a:lnTo>
                  <a:lnTo>
                    <a:pt x="2149168" y="2259334"/>
                  </a:lnTo>
                  <a:lnTo>
                    <a:pt x="2166894" y="2253600"/>
                  </a:lnTo>
                  <a:lnTo>
                    <a:pt x="2210823" y="2254408"/>
                  </a:lnTo>
                  <a:lnTo>
                    <a:pt x="2215610" y="2242975"/>
                  </a:lnTo>
                  <a:lnTo>
                    <a:pt x="2217544" y="2218370"/>
                  </a:lnTo>
                  <a:lnTo>
                    <a:pt x="2220593" y="2231801"/>
                  </a:lnTo>
                  <a:lnTo>
                    <a:pt x="2219828" y="2243529"/>
                  </a:lnTo>
                  <a:lnTo>
                    <a:pt x="2220391" y="2250494"/>
                  </a:lnTo>
                  <a:lnTo>
                    <a:pt x="2224844" y="2235024"/>
                  </a:lnTo>
                  <a:lnTo>
                    <a:pt x="2227888" y="2221148"/>
                  </a:lnTo>
                  <a:lnTo>
                    <a:pt x="2240210" y="2202120"/>
                  </a:lnTo>
                  <a:lnTo>
                    <a:pt x="2246227" y="2195531"/>
                  </a:lnTo>
                  <a:lnTo>
                    <a:pt x="2251522" y="2191952"/>
                  </a:lnTo>
                  <a:lnTo>
                    <a:pt x="2266292" y="2178802"/>
                  </a:lnTo>
                  <a:lnTo>
                    <a:pt x="2281724" y="2168258"/>
                  </a:lnTo>
                  <a:lnTo>
                    <a:pt x="2279232" y="2164310"/>
                  </a:lnTo>
                  <a:lnTo>
                    <a:pt x="2278013" y="2159076"/>
                  </a:lnTo>
                  <a:lnTo>
                    <a:pt x="2278090" y="2139644"/>
                  </a:lnTo>
                  <a:lnTo>
                    <a:pt x="2281199" y="2144748"/>
                  </a:lnTo>
                  <a:lnTo>
                    <a:pt x="2284117" y="2155134"/>
                  </a:lnTo>
                  <a:lnTo>
                    <a:pt x="2291073" y="2157563"/>
                  </a:lnTo>
                  <a:lnTo>
                    <a:pt x="2296051" y="2155784"/>
                  </a:lnTo>
                  <a:lnTo>
                    <a:pt x="2309242" y="2142853"/>
                  </a:lnTo>
                  <a:lnTo>
                    <a:pt x="2318685" y="2144331"/>
                  </a:lnTo>
                  <a:lnTo>
                    <a:pt x="2335876" y="2143756"/>
                  </a:lnTo>
                  <a:lnTo>
                    <a:pt x="2346980" y="2143380"/>
                  </a:lnTo>
                  <a:lnTo>
                    <a:pt x="2354083" y="2142983"/>
                  </a:lnTo>
                  <a:lnTo>
                    <a:pt x="2357007" y="2136654"/>
                  </a:lnTo>
                  <a:lnTo>
                    <a:pt x="2366974" y="2134163"/>
                  </a:lnTo>
                  <a:lnTo>
                    <a:pt x="2378291" y="2133137"/>
                  </a:lnTo>
                  <a:lnTo>
                    <a:pt x="2386919" y="2123934"/>
                  </a:lnTo>
                  <a:lnTo>
                    <a:pt x="2395602" y="2110818"/>
                  </a:lnTo>
                  <a:lnTo>
                    <a:pt x="2385023" y="2103414"/>
                  </a:lnTo>
                  <a:lnTo>
                    <a:pt x="2352767" y="2110195"/>
                  </a:lnTo>
                  <a:lnTo>
                    <a:pt x="2335570" y="2106090"/>
                  </a:lnTo>
                  <a:lnTo>
                    <a:pt x="2327029" y="2098392"/>
                  </a:lnTo>
                  <a:lnTo>
                    <a:pt x="2316363" y="2080253"/>
                  </a:lnTo>
                  <a:lnTo>
                    <a:pt x="2339778" y="2101225"/>
                  </a:lnTo>
                  <a:lnTo>
                    <a:pt x="2348941" y="2103277"/>
                  </a:lnTo>
                  <a:lnTo>
                    <a:pt x="2365854" y="2091646"/>
                  </a:lnTo>
                  <a:lnTo>
                    <a:pt x="2367493" y="2087328"/>
                  </a:lnTo>
                  <a:lnTo>
                    <a:pt x="2368149" y="2080486"/>
                  </a:lnTo>
                  <a:lnTo>
                    <a:pt x="2372799" y="2071769"/>
                  </a:lnTo>
                  <a:lnTo>
                    <a:pt x="2378733" y="2064031"/>
                  </a:lnTo>
                  <a:lnTo>
                    <a:pt x="2374275" y="2059097"/>
                  </a:lnTo>
                  <a:lnTo>
                    <a:pt x="2369499" y="2055724"/>
                  </a:lnTo>
                  <a:lnTo>
                    <a:pt x="2327084" y="2037688"/>
                  </a:lnTo>
                  <a:lnTo>
                    <a:pt x="2319751" y="2028020"/>
                  </a:lnTo>
                  <a:lnTo>
                    <a:pt x="2336843" y="2037031"/>
                  </a:lnTo>
                  <a:lnTo>
                    <a:pt x="2353165" y="2041458"/>
                  </a:lnTo>
                  <a:lnTo>
                    <a:pt x="2365171" y="2038413"/>
                  </a:lnTo>
                  <a:lnTo>
                    <a:pt x="2367755" y="2027698"/>
                  </a:lnTo>
                  <a:lnTo>
                    <a:pt x="2371542" y="2027329"/>
                  </a:lnTo>
                  <a:lnTo>
                    <a:pt x="2376548" y="2030675"/>
                  </a:lnTo>
                  <a:lnTo>
                    <a:pt x="2378433" y="2040760"/>
                  </a:lnTo>
                  <a:lnTo>
                    <a:pt x="2381356" y="2046289"/>
                  </a:lnTo>
                  <a:lnTo>
                    <a:pt x="2386154" y="2044783"/>
                  </a:lnTo>
                  <a:lnTo>
                    <a:pt x="2392466" y="2045693"/>
                  </a:lnTo>
                  <a:lnTo>
                    <a:pt x="2405334" y="2050209"/>
                  </a:lnTo>
                  <a:lnTo>
                    <a:pt x="2416684" y="2052296"/>
                  </a:lnTo>
                  <a:lnTo>
                    <a:pt x="2424553" y="2048636"/>
                  </a:lnTo>
                  <a:lnTo>
                    <a:pt x="2439946" y="2030682"/>
                  </a:lnTo>
                  <a:lnTo>
                    <a:pt x="2461438" y="2011264"/>
                  </a:lnTo>
                  <a:lnTo>
                    <a:pt x="2464705" y="1994658"/>
                  </a:lnTo>
                  <a:lnTo>
                    <a:pt x="2463126" y="1983758"/>
                  </a:lnTo>
                  <a:lnTo>
                    <a:pt x="2461629" y="1975821"/>
                  </a:lnTo>
                  <a:lnTo>
                    <a:pt x="2457175" y="1967993"/>
                  </a:lnTo>
                  <a:lnTo>
                    <a:pt x="2452487" y="1967378"/>
                  </a:lnTo>
                  <a:lnTo>
                    <a:pt x="2438498" y="1976375"/>
                  </a:lnTo>
                  <a:lnTo>
                    <a:pt x="2436006" y="2000727"/>
                  </a:lnTo>
                  <a:lnTo>
                    <a:pt x="2431023" y="2005071"/>
                  </a:lnTo>
                  <a:lnTo>
                    <a:pt x="2426782" y="2005160"/>
                  </a:lnTo>
                  <a:lnTo>
                    <a:pt x="2427667" y="1991565"/>
                  </a:lnTo>
                  <a:lnTo>
                    <a:pt x="2429416" y="1978797"/>
                  </a:lnTo>
                  <a:lnTo>
                    <a:pt x="2428329" y="1965954"/>
                  </a:lnTo>
                  <a:lnTo>
                    <a:pt x="2413023" y="1963026"/>
                  </a:lnTo>
                  <a:lnTo>
                    <a:pt x="2406640" y="1966406"/>
                  </a:lnTo>
                  <a:lnTo>
                    <a:pt x="2396039" y="1968397"/>
                  </a:lnTo>
                  <a:lnTo>
                    <a:pt x="2379788" y="1967952"/>
                  </a:lnTo>
                  <a:lnTo>
                    <a:pt x="2367745" y="1969690"/>
                  </a:lnTo>
                  <a:lnTo>
                    <a:pt x="2354865" y="1967733"/>
                  </a:lnTo>
                  <a:lnTo>
                    <a:pt x="2355701" y="1957101"/>
                  </a:lnTo>
                  <a:lnTo>
                    <a:pt x="2353318" y="1943115"/>
                  </a:lnTo>
                  <a:lnTo>
                    <a:pt x="2354034" y="1929684"/>
                  </a:lnTo>
                  <a:lnTo>
                    <a:pt x="2355827" y="1941042"/>
                  </a:lnTo>
                  <a:lnTo>
                    <a:pt x="2360160" y="1951244"/>
                  </a:lnTo>
                  <a:lnTo>
                    <a:pt x="2373537" y="1959646"/>
                  </a:lnTo>
                  <a:lnTo>
                    <a:pt x="2382553" y="1957846"/>
                  </a:lnTo>
                  <a:lnTo>
                    <a:pt x="2388651" y="1952270"/>
                  </a:lnTo>
                  <a:lnTo>
                    <a:pt x="2393198" y="1943081"/>
                  </a:lnTo>
                  <a:lnTo>
                    <a:pt x="2400192" y="1942431"/>
                  </a:lnTo>
                  <a:lnTo>
                    <a:pt x="2410689" y="1945537"/>
                  </a:lnTo>
                  <a:lnTo>
                    <a:pt x="2405853" y="1935185"/>
                  </a:lnTo>
                  <a:lnTo>
                    <a:pt x="2411318" y="1938408"/>
                  </a:lnTo>
                  <a:lnTo>
                    <a:pt x="2419351" y="1941370"/>
                  </a:lnTo>
                  <a:lnTo>
                    <a:pt x="2420351" y="1931655"/>
                  </a:lnTo>
                  <a:lnTo>
                    <a:pt x="2419591" y="1922657"/>
                  </a:lnTo>
                  <a:lnTo>
                    <a:pt x="2430012" y="1928931"/>
                  </a:lnTo>
                  <a:lnTo>
                    <a:pt x="2441711" y="1932510"/>
                  </a:lnTo>
                  <a:lnTo>
                    <a:pt x="2449230" y="1937176"/>
                  </a:lnTo>
                  <a:lnTo>
                    <a:pt x="2456274" y="1945982"/>
                  </a:lnTo>
                  <a:lnTo>
                    <a:pt x="2451066" y="1924258"/>
                  </a:lnTo>
                  <a:lnTo>
                    <a:pt x="2444547" y="1908124"/>
                  </a:lnTo>
                  <a:lnTo>
                    <a:pt x="2438547" y="1901658"/>
                  </a:lnTo>
                  <a:lnTo>
                    <a:pt x="2436946" y="1895405"/>
                  </a:lnTo>
                  <a:lnTo>
                    <a:pt x="2439891" y="1884532"/>
                  </a:lnTo>
                  <a:lnTo>
                    <a:pt x="2440640" y="1881775"/>
                  </a:lnTo>
                  <a:lnTo>
                    <a:pt x="2439110" y="1877724"/>
                  </a:lnTo>
                  <a:lnTo>
                    <a:pt x="2440017" y="1872449"/>
                  </a:lnTo>
                  <a:lnTo>
                    <a:pt x="2442126" y="1869438"/>
                  </a:lnTo>
                  <a:lnTo>
                    <a:pt x="2445328" y="1873140"/>
                  </a:lnTo>
                  <a:lnTo>
                    <a:pt x="2448050" y="1882411"/>
                  </a:lnTo>
                  <a:lnTo>
                    <a:pt x="2448552" y="1884656"/>
                  </a:lnTo>
                  <a:lnTo>
                    <a:pt x="2457427" y="1923813"/>
                  </a:lnTo>
                  <a:lnTo>
                    <a:pt x="2466552" y="1947262"/>
                  </a:lnTo>
                  <a:lnTo>
                    <a:pt x="2483088" y="1979735"/>
                  </a:lnTo>
                  <a:lnTo>
                    <a:pt x="2488268" y="1987145"/>
                  </a:lnTo>
                  <a:lnTo>
                    <a:pt x="2485525" y="1978702"/>
                  </a:lnTo>
                  <a:lnTo>
                    <a:pt x="2463235" y="1929670"/>
                  </a:lnTo>
                  <a:lnTo>
                    <a:pt x="2452093" y="1884642"/>
                  </a:lnTo>
                  <a:lnTo>
                    <a:pt x="2448399" y="1869726"/>
                  </a:lnTo>
                  <a:lnTo>
                    <a:pt x="2442678" y="1854522"/>
                  </a:lnTo>
                  <a:lnTo>
                    <a:pt x="2439902" y="1841009"/>
                  </a:lnTo>
                  <a:lnTo>
                    <a:pt x="2436203" y="1833907"/>
                  </a:lnTo>
                  <a:lnTo>
                    <a:pt x="2420023" y="1831389"/>
                  </a:lnTo>
                  <a:lnTo>
                    <a:pt x="2408804" y="1828303"/>
                  </a:lnTo>
                  <a:lnTo>
                    <a:pt x="2391422" y="1837102"/>
                  </a:lnTo>
                  <a:lnTo>
                    <a:pt x="2381542" y="1836096"/>
                  </a:lnTo>
                  <a:lnTo>
                    <a:pt x="2379662" y="1827126"/>
                  </a:lnTo>
                  <a:lnTo>
                    <a:pt x="2365193" y="1815022"/>
                  </a:lnTo>
                  <a:lnTo>
                    <a:pt x="2360947" y="1797431"/>
                  </a:lnTo>
                  <a:lnTo>
                    <a:pt x="2350477" y="1795864"/>
                  </a:lnTo>
                  <a:lnTo>
                    <a:pt x="2332597" y="1790137"/>
                  </a:lnTo>
                  <a:lnTo>
                    <a:pt x="2324007" y="1783685"/>
                  </a:lnTo>
                  <a:lnTo>
                    <a:pt x="2302270" y="1780230"/>
                  </a:lnTo>
                  <a:lnTo>
                    <a:pt x="2298816" y="1778355"/>
                  </a:lnTo>
                  <a:lnTo>
                    <a:pt x="2296150" y="1775536"/>
                  </a:lnTo>
                  <a:lnTo>
                    <a:pt x="2323444" y="1777151"/>
                  </a:lnTo>
                  <a:lnTo>
                    <a:pt x="2357406" y="1791164"/>
                  </a:lnTo>
                  <a:lnTo>
                    <a:pt x="2365531" y="1790596"/>
                  </a:lnTo>
                  <a:lnTo>
                    <a:pt x="2368734" y="1801646"/>
                  </a:lnTo>
                  <a:lnTo>
                    <a:pt x="2379417" y="1811533"/>
                  </a:lnTo>
                  <a:lnTo>
                    <a:pt x="2384433" y="1817356"/>
                  </a:lnTo>
                  <a:lnTo>
                    <a:pt x="2391274" y="1822884"/>
                  </a:lnTo>
                  <a:lnTo>
                    <a:pt x="2398280" y="1819826"/>
                  </a:lnTo>
                  <a:lnTo>
                    <a:pt x="2404433" y="1814283"/>
                  </a:lnTo>
                  <a:lnTo>
                    <a:pt x="2402476" y="1806128"/>
                  </a:lnTo>
                  <a:lnTo>
                    <a:pt x="2399547" y="1800750"/>
                  </a:lnTo>
                  <a:lnTo>
                    <a:pt x="2391247" y="1791862"/>
                  </a:lnTo>
                  <a:lnTo>
                    <a:pt x="2380477" y="1787072"/>
                  </a:lnTo>
                  <a:lnTo>
                    <a:pt x="2367772" y="1776467"/>
                  </a:lnTo>
                  <a:lnTo>
                    <a:pt x="2353537" y="1758780"/>
                  </a:lnTo>
                  <a:lnTo>
                    <a:pt x="2351548" y="1754517"/>
                  </a:lnTo>
                  <a:lnTo>
                    <a:pt x="2351340" y="1750843"/>
                  </a:lnTo>
                  <a:lnTo>
                    <a:pt x="2375887" y="1778314"/>
                  </a:lnTo>
                  <a:lnTo>
                    <a:pt x="2385340" y="1783336"/>
                  </a:lnTo>
                  <a:lnTo>
                    <a:pt x="2392138" y="1779635"/>
                  </a:lnTo>
                  <a:lnTo>
                    <a:pt x="2390761" y="1775153"/>
                  </a:lnTo>
                  <a:lnTo>
                    <a:pt x="2391263" y="1767558"/>
                  </a:lnTo>
                  <a:lnTo>
                    <a:pt x="2406651" y="1771636"/>
                  </a:lnTo>
                  <a:lnTo>
                    <a:pt x="2407668" y="1761325"/>
                  </a:lnTo>
                  <a:lnTo>
                    <a:pt x="2406083" y="1752280"/>
                  </a:lnTo>
                  <a:lnTo>
                    <a:pt x="2394996" y="1747360"/>
                  </a:lnTo>
                  <a:lnTo>
                    <a:pt x="2401941" y="1741585"/>
                  </a:lnTo>
                  <a:lnTo>
                    <a:pt x="2381963" y="1733546"/>
                  </a:lnTo>
                  <a:lnTo>
                    <a:pt x="2374646" y="1727901"/>
                  </a:lnTo>
                  <a:lnTo>
                    <a:pt x="2366772" y="1715858"/>
                  </a:lnTo>
                  <a:lnTo>
                    <a:pt x="2356073" y="1708140"/>
                  </a:lnTo>
                  <a:lnTo>
                    <a:pt x="2341105" y="1689913"/>
                  </a:lnTo>
                  <a:lnTo>
                    <a:pt x="2332608" y="1676913"/>
                  </a:lnTo>
                  <a:lnTo>
                    <a:pt x="2311794" y="1658322"/>
                  </a:lnTo>
                  <a:lnTo>
                    <a:pt x="2316319" y="1658110"/>
                  </a:lnTo>
                  <a:lnTo>
                    <a:pt x="2330942" y="1668162"/>
                  </a:lnTo>
                  <a:lnTo>
                    <a:pt x="2343406" y="1686930"/>
                  </a:lnTo>
                  <a:lnTo>
                    <a:pt x="2347417" y="1690228"/>
                  </a:lnTo>
                  <a:lnTo>
                    <a:pt x="2381023" y="1726067"/>
                  </a:lnTo>
                  <a:lnTo>
                    <a:pt x="2387274" y="1727723"/>
                  </a:lnTo>
                  <a:lnTo>
                    <a:pt x="2397624" y="1726984"/>
                  </a:lnTo>
                  <a:lnTo>
                    <a:pt x="2401935" y="1720552"/>
                  </a:lnTo>
                  <a:lnTo>
                    <a:pt x="2403323" y="1710357"/>
                  </a:lnTo>
                  <a:lnTo>
                    <a:pt x="2406837" y="1702824"/>
                  </a:lnTo>
                  <a:lnTo>
                    <a:pt x="2406564" y="1696454"/>
                  </a:lnTo>
                  <a:lnTo>
                    <a:pt x="2396416" y="1686690"/>
                  </a:lnTo>
                  <a:lnTo>
                    <a:pt x="2383340" y="1679971"/>
                  </a:lnTo>
                  <a:lnTo>
                    <a:pt x="2374641" y="1668298"/>
                  </a:lnTo>
                  <a:lnTo>
                    <a:pt x="2363969" y="1662770"/>
                  </a:lnTo>
                  <a:lnTo>
                    <a:pt x="2334707" y="1653923"/>
                  </a:lnTo>
                  <a:lnTo>
                    <a:pt x="2318991" y="1631556"/>
                  </a:lnTo>
                  <a:lnTo>
                    <a:pt x="2311925" y="1629674"/>
                  </a:lnTo>
                  <a:lnTo>
                    <a:pt x="2298270" y="1633889"/>
                  </a:lnTo>
                  <a:lnTo>
                    <a:pt x="2293647" y="1632247"/>
                  </a:lnTo>
                  <a:lnTo>
                    <a:pt x="2289122" y="1625959"/>
                  </a:lnTo>
                  <a:lnTo>
                    <a:pt x="2292467" y="1607382"/>
                  </a:lnTo>
                  <a:lnTo>
                    <a:pt x="2295084" y="1597461"/>
                  </a:lnTo>
                  <a:lnTo>
                    <a:pt x="2305800" y="1586733"/>
                  </a:lnTo>
                  <a:lnTo>
                    <a:pt x="2313942" y="1580711"/>
                  </a:lnTo>
                  <a:lnTo>
                    <a:pt x="2319122" y="1572829"/>
                  </a:lnTo>
                  <a:lnTo>
                    <a:pt x="2320827" y="1556928"/>
                  </a:lnTo>
                  <a:lnTo>
                    <a:pt x="2322193" y="1572555"/>
                  </a:lnTo>
                  <a:lnTo>
                    <a:pt x="2318193" y="1582634"/>
                  </a:lnTo>
                  <a:lnTo>
                    <a:pt x="2309128" y="1590441"/>
                  </a:lnTo>
                  <a:lnTo>
                    <a:pt x="2299505" y="1605733"/>
                  </a:lnTo>
                  <a:lnTo>
                    <a:pt x="2297188" y="1612199"/>
                  </a:lnTo>
                  <a:lnTo>
                    <a:pt x="2298204" y="1624406"/>
                  </a:lnTo>
                  <a:lnTo>
                    <a:pt x="2306778" y="1625890"/>
                  </a:lnTo>
                  <a:lnTo>
                    <a:pt x="2315641" y="1619637"/>
                  </a:lnTo>
                  <a:lnTo>
                    <a:pt x="2324095" y="1619144"/>
                  </a:lnTo>
                  <a:lnTo>
                    <a:pt x="2325526" y="1626342"/>
                  </a:lnTo>
                  <a:lnTo>
                    <a:pt x="2329794" y="1632911"/>
                  </a:lnTo>
                  <a:lnTo>
                    <a:pt x="2336565" y="1640608"/>
                  </a:lnTo>
                  <a:lnTo>
                    <a:pt x="2339024" y="1634293"/>
                  </a:lnTo>
                  <a:lnTo>
                    <a:pt x="2338985" y="1626848"/>
                  </a:lnTo>
                  <a:lnTo>
                    <a:pt x="2350062" y="1644693"/>
                  </a:lnTo>
                  <a:lnTo>
                    <a:pt x="2369706" y="1649544"/>
                  </a:lnTo>
                  <a:lnTo>
                    <a:pt x="2385285" y="1657221"/>
                  </a:lnTo>
                  <a:lnTo>
                    <a:pt x="2391154" y="1664015"/>
                  </a:lnTo>
                  <a:lnTo>
                    <a:pt x="2397957" y="1669345"/>
                  </a:lnTo>
                  <a:lnTo>
                    <a:pt x="2398881" y="1661812"/>
                  </a:lnTo>
                  <a:lnTo>
                    <a:pt x="2395209" y="1653950"/>
                  </a:lnTo>
                  <a:lnTo>
                    <a:pt x="2390389" y="1643947"/>
                  </a:lnTo>
                  <a:lnTo>
                    <a:pt x="2364291" y="1617871"/>
                  </a:lnTo>
                  <a:lnTo>
                    <a:pt x="2361318" y="1606219"/>
                  </a:lnTo>
                  <a:lnTo>
                    <a:pt x="2360335" y="1595785"/>
                  </a:lnTo>
                  <a:lnTo>
                    <a:pt x="2362368" y="1600328"/>
                  </a:lnTo>
                  <a:lnTo>
                    <a:pt x="2363745" y="1606075"/>
                  </a:lnTo>
                  <a:lnTo>
                    <a:pt x="2372078" y="1620471"/>
                  </a:lnTo>
                  <a:lnTo>
                    <a:pt x="2379072" y="1624974"/>
                  </a:lnTo>
                  <a:lnTo>
                    <a:pt x="2387034" y="1630878"/>
                  </a:lnTo>
                  <a:lnTo>
                    <a:pt x="2392034" y="1629832"/>
                  </a:lnTo>
                  <a:lnTo>
                    <a:pt x="2389537" y="1622654"/>
                  </a:lnTo>
                  <a:lnTo>
                    <a:pt x="2384826" y="1614984"/>
                  </a:lnTo>
                  <a:lnTo>
                    <a:pt x="2380034" y="1606965"/>
                  </a:lnTo>
                  <a:lnTo>
                    <a:pt x="2376056" y="1577475"/>
                  </a:lnTo>
                  <a:lnTo>
                    <a:pt x="2377821" y="1571078"/>
                  </a:lnTo>
                  <a:lnTo>
                    <a:pt x="2378444" y="1563743"/>
                  </a:lnTo>
                  <a:lnTo>
                    <a:pt x="2377996" y="1555655"/>
                  </a:lnTo>
                  <a:lnTo>
                    <a:pt x="2380881" y="1549087"/>
                  </a:lnTo>
                  <a:lnTo>
                    <a:pt x="2378078" y="1541246"/>
                  </a:lnTo>
                  <a:lnTo>
                    <a:pt x="2373630" y="1532269"/>
                  </a:lnTo>
                  <a:lnTo>
                    <a:pt x="2375007" y="1531885"/>
                  </a:lnTo>
                  <a:lnTo>
                    <a:pt x="2383192" y="1537120"/>
                  </a:lnTo>
                  <a:lnTo>
                    <a:pt x="2389127" y="1531058"/>
                  </a:lnTo>
                  <a:lnTo>
                    <a:pt x="2388285" y="1523750"/>
                  </a:lnTo>
                  <a:lnTo>
                    <a:pt x="2381373" y="1519173"/>
                  </a:lnTo>
                  <a:lnTo>
                    <a:pt x="2371908" y="1505776"/>
                  </a:lnTo>
                  <a:lnTo>
                    <a:pt x="2372302" y="1503668"/>
                  </a:lnTo>
                  <a:lnTo>
                    <a:pt x="2389034" y="1509881"/>
                  </a:lnTo>
                  <a:lnTo>
                    <a:pt x="2391061" y="1505981"/>
                  </a:lnTo>
                  <a:lnTo>
                    <a:pt x="2390739" y="1498824"/>
                  </a:lnTo>
                  <a:lnTo>
                    <a:pt x="2395963" y="1495916"/>
                  </a:lnTo>
                  <a:lnTo>
                    <a:pt x="2397520" y="1490333"/>
                  </a:lnTo>
                  <a:lnTo>
                    <a:pt x="2397285" y="1487103"/>
                  </a:lnTo>
                  <a:lnTo>
                    <a:pt x="2399116" y="1484811"/>
                  </a:lnTo>
                  <a:lnTo>
                    <a:pt x="2405209" y="1496183"/>
                  </a:lnTo>
                  <a:lnTo>
                    <a:pt x="2407394" y="1492064"/>
                  </a:lnTo>
                  <a:lnTo>
                    <a:pt x="2408422" y="1479946"/>
                  </a:lnTo>
                  <a:lnTo>
                    <a:pt x="2411176" y="1482512"/>
                  </a:lnTo>
                  <a:lnTo>
                    <a:pt x="2411984" y="1488171"/>
                  </a:lnTo>
                  <a:lnTo>
                    <a:pt x="2420318" y="1484907"/>
                  </a:lnTo>
                  <a:lnTo>
                    <a:pt x="2425252" y="1480720"/>
                  </a:lnTo>
                  <a:lnTo>
                    <a:pt x="2427105" y="1475506"/>
                  </a:lnTo>
                  <a:lnTo>
                    <a:pt x="2426618" y="1467562"/>
                  </a:lnTo>
                  <a:lnTo>
                    <a:pt x="2429088" y="1462779"/>
                  </a:lnTo>
                  <a:lnTo>
                    <a:pt x="2435432" y="1461719"/>
                  </a:lnTo>
                  <a:lnTo>
                    <a:pt x="2440733" y="1459427"/>
                  </a:lnTo>
                  <a:lnTo>
                    <a:pt x="2439449" y="1470703"/>
                  </a:lnTo>
                  <a:lnTo>
                    <a:pt x="2450356" y="1469820"/>
                  </a:lnTo>
                  <a:lnTo>
                    <a:pt x="2445820" y="1475779"/>
                  </a:lnTo>
                  <a:lnTo>
                    <a:pt x="2441203" y="1477004"/>
                  </a:lnTo>
                  <a:lnTo>
                    <a:pt x="2435788" y="1483840"/>
                  </a:lnTo>
                  <a:lnTo>
                    <a:pt x="2442995" y="1485557"/>
                  </a:lnTo>
                  <a:lnTo>
                    <a:pt x="2450017" y="1488725"/>
                  </a:lnTo>
                  <a:lnTo>
                    <a:pt x="2438826" y="1489943"/>
                  </a:lnTo>
                  <a:lnTo>
                    <a:pt x="2427815" y="1489724"/>
                  </a:lnTo>
                  <a:lnTo>
                    <a:pt x="2419001" y="1497264"/>
                  </a:lnTo>
                  <a:lnTo>
                    <a:pt x="2409760" y="1514561"/>
                  </a:lnTo>
                  <a:lnTo>
                    <a:pt x="2411870" y="1532494"/>
                  </a:lnTo>
                  <a:lnTo>
                    <a:pt x="2421258" y="1524181"/>
                  </a:lnTo>
                  <a:lnTo>
                    <a:pt x="2421006" y="1529901"/>
                  </a:lnTo>
                  <a:lnTo>
                    <a:pt x="2415356" y="1542710"/>
                  </a:lnTo>
                  <a:lnTo>
                    <a:pt x="2408717" y="1540123"/>
                  </a:lnTo>
                  <a:lnTo>
                    <a:pt x="2401138" y="1540096"/>
                  </a:lnTo>
                  <a:lnTo>
                    <a:pt x="2399252" y="1548026"/>
                  </a:lnTo>
                  <a:lnTo>
                    <a:pt x="2399132" y="1554218"/>
                  </a:lnTo>
                  <a:lnTo>
                    <a:pt x="2409187" y="1549388"/>
                  </a:lnTo>
                  <a:lnTo>
                    <a:pt x="2414755" y="1553240"/>
                  </a:lnTo>
                  <a:lnTo>
                    <a:pt x="2417318" y="1562046"/>
                  </a:lnTo>
                  <a:lnTo>
                    <a:pt x="2408498" y="1566261"/>
                  </a:lnTo>
                  <a:lnTo>
                    <a:pt x="2402526" y="1566883"/>
                  </a:lnTo>
                  <a:lnTo>
                    <a:pt x="2397957" y="1582094"/>
                  </a:lnTo>
                  <a:lnTo>
                    <a:pt x="2401657" y="1580246"/>
                  </a:lnTo>
                  <a:lnTo>
                    <a:pt x="2404990" y="1573294"/>
                  </a:lnTo>
                  <a:lnTo>
                    <a:pt x="2412301" y="1575279"/>
                  </a:lnTo>
                  <a:lnTo>
                    <a:pt x="2416553" y="1582511"/>
                  </a:lnTo>
                  <a:lnTo>
                    <a:pt x="2429766" y="1594485"/>
                  </a:lnTo>
                  <a:lnTo>
                    <a:pt x="2434241" y="1593944"/>
                  </a:lnTo>
                  <a:lnTo>
                    <a:pt x="2436033" y="1597222"/>
                  </a:lnTo>
                  <a:lnTo>
                    <a:pt x="2423498" y="1597242"/>
                  </a:lnTo>
                  <a:lnTo>
                    <a:pt x="2413935" y="1594847"/>
                  </a:lnTo>
                  <a:lnTo>
                    <a:pt x="2406575" y="1597468"/>
                  </a:lnTo>
                  <a:lnTo>
                    <a:pt x="2403138" y="1612227"/>
                  </a:lnTo>
                  <a:lnTo>
                    <a:pt x="2406520" y="1620382"/>
                  </a:lnTo>
                  <a:lnTo>
                    <a:pt x="2412449" y="1630906"/>
                  </a:lnTo>
                  <a:lnTo>
                    <a:pt x="2423099" y="1637023"/>
                  </a:lnTo>
                  <a:lnTo>
                    <a:pt x="2430405" y="1642366"/>
                  </a:lnTo>
                  <a:lnTo>
                    <a:pt x="2433864" y="1640218"/>
                  </a:lnTo>
                  <a:lnTo>
                    <a:pt x="2435389" y="1636311"/>
                  </a:lnTo>
                  <a:lnTo>
                    <a:pt x="2437733" y="1635025"/>
                  </a:lnTo>
                  <a:lnTo>
                    <a:pt x="2439787" y="1640711"/>
                  </a:lnTo>
                  <a:lnTo>
                    <a:pt x="2443159" y="1638145"/>
                  </a:lnTo>
                  <a:lnTo>
                    <a:pt x="2448580" y="1631720"/>
                  </a:lnTo>
                  <a:lnTo>
                    <a:pt x="2451951" y="1630803"/>
                  </a:lnTo>
                  <a:lnTo>
                    <a:pt x="2449929" y="1636872"/>
                  </a:lnTo>
                  <a:lnTo>
                    <a:pt x="2451367" y="1644932"/>
                  </a:lnTo>
                  <a:lnTo>
                    <a:pt x="2449011" y="1651556"/>
                  </a:lnTo>
                  <a:lnTo>
                    <a:pt x="2444186" y="1657823"/>
                  </a:lnTo>
                  <a:lnTo>
                    <a:pt x="2448301" y="1660909"/>
                  </a:lnTo>
                  <a:lnTo>
                    <a:pt x="2452296" y="1661867"/>
                  </a:lnTo>
                  <a:lnTo>
                    <a:pt x="2459044" y="1669393"/>
                  </a:lnTo>
                  <a:lnTo>
                    <a:pt x="2455268" y="1676947"/>
                  </a:lnTo>
                  <a:lnTo>
                    <a:pt x="2452831" y="1685520"/>
                  </a:lnTo>
                  <a:lnTo>
                    <a:pt x="2465776" y="1685219"/>
                  </a:lnTo>
                  <a:lnTo>
                    <a:pt x="2474268" y="1687990"/>
                  </a:lnTo>
                  <a:lnTo>
                    <a:pt x="2467547" y="1706567"/>
                  </a:lnTo>
                  <a:lnTo>
                    <a:pt x="2459372" y="1715681"/>
                  </a:lnTo>
                  <a:lnTo>
                    <a:pt x="2448656" y="1734907"/>
                  </a:lnTo>
                  <a:lnTo>
                    <a:pt x="2438930" y="1765834"/>
                  </a:lnTo>
                  <a:lnTo>
                    <a:pt x="2436432" y="1784698"/>
                  </a:lnTo>
                  <a:lnTo>
                    <a:pt x="2437869" y="1791930"/>
                  </a:lnTo>
                  <a:lnTo>
                    <a:pt x="2443481" y="1800380"/>
                  </a:lnTo>
                  <a:lnTo>
                    <a:pt x="2452476" y="1780100"/>
                  </a:lnTo>
                  <a:lnTo>
                    <a:pt x="2457170" y="1762084"/>
                  </a:lnTo>
                  <a:lnTo>
                    <a:pt x="2462224" y="1755386"/>
                  </a:lnTo>
                  <a:lnTo>
                    <a:pt x="2469842" y="1749310"/>
                  </a:lnTo>
                  <a:lnTo>
                    <a:pt x="2477372" y="1746648"/>
                  </a:lnTo>
                  <a:lnTo>
                    <a:pt x="2482344" y="1743378"/>
                  </a:lnTo>
                  <a:lnTo>
                    <a:pt x="2481306" y="1733217"/>
                  </a:lnTo>
                  <a:lnTo>
                    <a:pt x="2505973" y="1678035"/>
                  </a:lnTo>
                  <a:lnTo>
                    <a:pt x="2508486" y="1672424"/>
                  </a:lnTo>
                  <a:lnTo>
                    <a:pt x="2515393" y="1663434"/>
                  </a:lnTo>
                  <a:lnTo>
                    <a:pt x="2522819" y="1647587"/>
                  </a:lnTo>
                  <a:lnTo>
                    <a:pt x="2530142" y="1645794"/>
                  </a:lnTo>
                  <a:lnTo>
                    <a:pt x="2532213" y="1639760"/>
                  </a:lnTo>
                  <a:lnTo>
                    <a:pt x="2533027" y="1627683"/>
                  </a:lnTo>
                  <a:lnTo>
                    <a:pt x="2534983" y="1624618"/>
                  </a:lnTo>
                  <a:lnTo>
                    <a:pt x="2538005" y="1621929"/>
                  </a:lnTo>
                  <a:lnTo>
                    <a:pt x="2539836" y="1624084"/>
                  </a:lnTo>
                  <a:lnTo>
                    <a:pt x="2539726" y="1630290"/>
                  </a:lnTo>
                  <a:lnTo>
                    <a:pt x="2542311" y="1627868"/>
                  </a:lnTo>
                  <a:lnTo>
                    <a:pt x="2543710" y="1621792"/>
                  </a:lnTo>
                  <a:lnTo>
                    <a:pt x="2543836" y="1617700"/>
                  </a:lnTo>
                  <a:lnTo>
                    <a:pt x="2544032" y="1611009"/>
                  </a:lnTo>
                  <a:lnTo>
                    <a:pt x="2539896" y="1600444"/>
                  </a:lnTo>
                  <a:lnTo>
                    <a:pt x="2535644" y="1597550"/>
                  </a:lnTo>
                  <a:lnTo>
                    <a:pt x="2527109" y="1598706"/>
                  </a:lnTo>
                  <a:lnTo>
                    <a:pt x="2533672" y="1592918"/>
                  </a:lnTo>
                  <a:lnTo>
                    <a:pt x="2538650" y="1580253"/>
                  </a:lnTo>
                  <a:lnTo>
                    <a:pt x="2538125" y="1572583"/>
                  </a:lnTo>
                  <a:lnTo>
                    <a:pt x="2527338" y="1566719"/>
                  </a:lnTo>
                  <a:lnTo>
                    <a:pt x="2513311" y="1546097"/>
                  </a:lnTo>
                  <a:lnTo>
                    <a:pt x="2504158" y="1528410"/>
                  </a:lnTo>
                  <a:lnTo>
                    <a:pt x="2501869" y="1501978"/>
                  </a:lnTo>
                  <a:lnTo>
                    <a:pt x="2489874" y="1484962"/>
                  </a:lnTo>
                  <a:lnTo>
                    <a:pt x="2483825" y="1474575"/>
                  </a:lnTo>
                  <a:lnTo>
                    <a:pt x="2484563" y="1463922"/>
                  </a:lnTo>
                  <a:lnTo>
                    <a:pt x="2482962" y="1458811"/>
                  </a:lnTo>
                  <a:lnTo>
                    <a:pt x="2482290" y="1451620"/>
                  </a:lnTo>
                  <a:lnTo>
                    <a:pt x="2491852" y="1440884"/>
                  </a:lnTo>
                  <a:lnTo>
                    <a:pt x="2496076" y="1431976"/>
                  </a:lnTo>
                  <a:lnTo>
                    <a:pt x="2500934" y="1427145"/>
                  </a:lnTo>
                  <a:lnTo>
                    <a:pt x="2503213" y="1424880"/>
                  </a:lnTo>
                  <a:lnTo>
                    <a:pt x="2512136" y="1420241"/>
                  </a:lnTo>
                  <a:lnTo>
                    <a:pt x="2528694" y="1416027"/>
                  </a:lnTo>
                  <a:lnTo>
                    <a:pt x="2539748" y="1403594"/>
                  </a:lnTo>
                  <a:lnTo>
                    <a:pt x="2536431" y="1410833"/>
                  </a:lnTo>
                  <a:lnTo>
                    <a:pt x="2530836" y="1419427"/>
                  </a:lnTo>
                  <a:lnTo>
                    <a:pt x="2508524" y="1425140"/>
                  </a:lnTo>
                  <a:lnTo>
                    <a:pt x="2500836" y="1430751"/>
                  </a:lnTo>
                  <a:lnTo>
                    <a:pt x="2495268" y="1441582"/>
                  </a:lnTo>
                  <a:lnTo>
                    <a:pt x="2489459" y="1457073"/>
                  </a:lnTo>
                  <a:lnTo>
                    <a:pt x="2489940" y="1466878"/>
                  </a:lnTo>
                  <a:lnTo>
                    <a:pt x="2489383" y="1472721"/>
                  </a:lnTo>
                  <a:lnTo>
                    <a:pt x="2508497" y="1493788"/>
                  </a:lnTo>
                  <a:lnTo>
                    <a:pt x="2522191" y="1501575"/>
                  </a:lnTo>
                  <a:lnTo>
                    <a:pt x="2532814" y="1512283"/>
                  </a:lnTo>
                  <a:lnTo>
                    <a:pt x="2542431" y="1511865"/>
                  </a:lnTo>
                  <a:lnTo>
                    <a:pt x="2550814" y="1515033"/>
                  </a:lnTo>
                  <a:lnTo>
                    <a:pt x="2559573" y="1521027"/>
                  </a:lnTo>
                  <a:lnTo>
                    <a:pt x="2556967" y="1534800"/>
                  </a:lnTo>
                  <a:lnTo>
                    <a:pt x="2553163" y="1548423"/>
                  </a:lnTo>
                  <a:lnTo>
                    <a:pt x="2556617" y="1549662"/>
                  </a:lnTo>
                  <a:lnTo>
                    <a:pt x="2571048" y="1541143"/>
                  </a:lnTo>
                  <a:lnTo>
                    <a:pt x="2587671" y="1512283"/>
                  </a:lnTo>
                  <a:lnTo>
                    <a:pt x="2592278" y="1506727"/>
                  </a:lnTo>
                  <a:lnTo>
                    <a:pt x="2592480" y="1500411"/>
                  </a:lnTo>
                  <a:lnTo>
                    <a:pt x="2595196" y="1497113"/>
                  </a:lnTo>
                  <a:lnTo>
                    <a:pt x="2602081" y="1492803"/>
                  </a:lnTo>
                  <a:lnTo>
                    <a:pt x="2606873" y="1493405"/>
                  </a:lnTo>
                  <a:lnTo>
                    <a:pt x="2611971" y="1487151"/>
                  </a:lnTo>
                  <a:lnTo>
                    <a:pt x="2613982" y="1477716"/>
                  </a:lnTo>
                  <a:lnTo>
                    <a:pt x="2616332" y="1473193"/>
                  </a:lnTo>
                  <a:lnTo>
                    <a:pt x="2614409" y="1464510"/>
                  </a:lnTo>
                  <a:lnTo>
                    <a:pt x="2622960" y="1466317"/>
                  </a:lnTo>
                  <a:lnTo>
                    <a:pt x="2631250" y="1455390"/>
                  </a:lnTo>
                  <a:lnTo>
                    <a:pt x="2640250" y="1439591"/>
                  </a:lnTo>
                  <a:lnTo>
                    <a:pt x="2646796" y="1409951"/>
                  </a:lnTo>
                  <a:lnTo>
                    <a:pt x="2649217" y="1404648"/>
                  </a:lnTo>
                  <a:lnTo>
                    <a:pt x="2652731" y="1402246"/>
                  </a:lnTo>
                  <a:lnTo>
                    <a:pt x="2650561" y="1425229"/>
                  </a:lnTo>
                  <a:lnTo>
                    <a:pt x="2651015" y="1430970"/>
                  </a:lnTo>
                  <a:lnTo>
                    <a:pt x="2654485" y="1412065"/>
                  </a:lnTo>
                  <a:lnTo>
                    <a:pt x="2656791" y="1391053"/>
                  </a:lnTo>
                  <a:lnTo>
                    <a:pt x="2659512" y="1377272"/>
                  </a:lnTo>
                  <a:lnTo>
                    <a:pt x="2663097" y="1366174"/>
                  </a:lnTo>
                  <a:lnTo>
                    <a:pt x="2664703" y="1355268"/>
                  </a:lnTo>
                  <a:lnTo>
                    <a:pt x="2663064" y="1345182"/>
                  </a:lnTo>
                  <a:lnTo>
                    <a:pt x="2660135" y="1337923"/>
                  </a:lnTo>
                  <a:lnTo>
                    <a:pt x="2654381" y="1341050"/>
                  </a:lnTo>
                  <a:lnTo>
                    <a:pt x="2632933" y="1337348"/>
                  </a:lnTo>
                  <a:lnTo>
                    <a:pt x="2630392" y="1327208"/>
                  </a:lnTo>
                  <a:lnTo>
                    <a:pt x="2634589" y="1316083"/>
                  </a:lnTo>
                  <a:lnTo>
                    <a:pt x="2639015" y="1310479"/>
                  </a:lnTo>
                  <a:lnTo>
                    <a:pt x="2642824" y="1306941"/>
                  </a:lnTo>
                  <a:lnTo>
                    <a:pt x="2646949" y="1304971"/>
                  </a:lnTo>
                  <a:lnTo>
                    <a:pt x="2652425" y="1300441"/>
                  </a:lnTo>
                  <a:lnTo>
                    <a:pt x="2657108" y="1295289"/>
                  </a:lnTo>
                  <a:lnTo>
                    <a:pt x="2668107" y="1273168"/>
                  </a:lnTo>
                  <a:lnTo>
                    <a:pt x="2670025" y="1262241"/>
                  </a:lnTo>
                  <a:lnTo>
                    <a:pt x="2670118" y="1261701"/>
                  </a:lnTo>
                  <a:lnTo>
                    <a:pt x="2669173" y="1242125"/>
                  </a:lnTo>
                  <a:lnTo>
                    <a:pt x="2663326" y="1226162"/>
                  </a:lnTo>
                  <a:lnTo>
                    <a:pt x="2668315" y="1230596"/>
                  </a:lnTo>
                  <a:lnTo>
                    <a:pt x="2673140" y="1237247"/>
                  </a:lnTo>
                  <a:lnTo>
                    <a:pt x="2674288" y="1253422"/>
                  </a:lnTo>
                  <a:lnTo>
                    <a:pt x="2670397" y="1273421"/>
                  </a:lnTo>
                  <a:lnTo>
                    <a:pt x="2665714" y="1283746"/>
                  </a:lnTo>
                  <a:lnTo>
                    <a:pt x="2661403" y="1295994"/>
                  </a:lnTo>
                  <a:lnTo>
                    <a:pt x="2665867" y="1292409"/>
                  </a:lnTo>
                  <a:lnTo>
                    <a:pt x="2669954" y="1286921"/>
                  </a:lnTo>
                  <a:lnTo>
                    <a:pt x="2676605" y="1284779"/>
                  </a:lnTo>
                  <a:lnTo>
                    <a:pt x="2684692" y="1278190"/>
                  </a:lnTo>
                  <a:lnTo>
                    <a:pt x="2696736" y="1265936"/>
                  </a:lnTo>
                  <a:lnTo>
                    <a:pt x="2701315" y="1262296"/>
                  </a:lnTo>
                  <a:lnTo>
                    <a:pt x="2706626" y="1258088"/>
                  </a:lnTo>
                  <a:lnTo>
                    <a:pt x="2751473" y="1236515"/>
                  </a:lnTo>
                  <a:lnTo>
                    <a:pt x="2769216" y="1230822"/>
                  </a:lnTo>
                  <a:lnTo>
                    <a:pt x="2780297" y="1221195"/>
                  </a:lnTo>
                  <a:lnTo>
                    <a:pt x="2788975" y="1223898"/>
                  </a:lnTo>
                  <a:lnTo>
                    <a:pt x="2830133" y="1222509"/>
                  </a:lnTo>
                  <a:lnTo>
                    <a:pt x="2842259" y="1217411"/>
                  </a:lnTo>
                  <a:lnTo>
                    <a:pt x="2854094" y="1220285"/>
                  </a:lnTo>
                  <a:lnTo>
                    <a:pt x="2875515" y="1215454"/>
                  </a:lnTo>
                  <a:lnTo>
                    <a:pt x="2891624" y="1213361"/>
                  </a:lnTo>
                  <a:lnTo>
                    <a:pt x="2901422" y="1214141"/>
                  </a:lnTo>
                  <a:lnTo>
                    <a:pt x="2909602" y="1214784"/>
                  </a:lnTo>
                  <a:lnTo>
                    <a:pt x="2937181" y="1208051"/>
                  </a:lnTo>
                  <a:lnTo>
                    <a:pt x="2946028" y="1197576"/>
                  </a:lnTo>
                  <a:lnTo>
                    <a:pt x="2947957" y="1172410"/>
                  </a:lnTo>
                  <a:lnTo>
                    <a:pt x="2954995" y="1162680"/>
                  </a:lnTo>
                  <a:lnTo>
                    <a:pt x="2952033" y="1149708"/>
                  </a:lnTo>
                  <a:lnTo>
                    <a:pt x="2955498" y="1150980"/>
                  </a:lnTo>
                  <a:lnTo>
                    <a:pt x="2958694" y="1154340"/>
                  </a:lnTo>
                  <a:lnTo>
                    <a:pt x="2960918" y="1160279"/>
                  </a:lnTo>
                  <a:lnTo>
                    <a:pt x="2965356" y="1165691"/>
                  </a:lnTo>
                  <a:lnTo>
                    <a:pt x="2969530" y="1162147"/>
                  </a:lnTo>
                  <a:lnTo>
                    <a:pt x="2975738" y="1156892"/>
                  </a:lnTo>
                  <a:lnTo>
                    <a:pt x="2979049" y="1156659"/>
                  </a:lnTo>
                  <a:lnTo>
                    <a:pt x="2972831" y="1171315"/>
                  </a:lnTo>
                  <a:lnTo>
                    <a:pt x="2974607" y="1188790"/>
                  </a:lnTo>
                  <a:lnTo>
                    <a:pt x="2976831" y="1192574"/>
                  </a:lnTo>
                  <a:lnTo>
                    <a:pt x="2986765" y="1185752"/>
                  </a:lnTo>
                  <a:lnTo>
                    <a:pt x="2998579" y="1184288"/>
                  </a:lnTo>
                  <a:lnTo>
                    <a:pt x="3029142" y="1160984"/>
                  </a:lnTo>
                  <a:lnTo>
                    <a:pt x="3033022" y="1161647"/>
                  </a:lnTo>
                  <a:lnTo>
                    <a:pt x="3034262" y="1175941"/>
                  </a:lnTo>
                  <a:lnTo>
                    <a:pt x="3032841" y="1182920"/>
                  </a:lnTo>
                  <a:lnTo>
                    <a:pt x="3034065" y="1186293"/>
                  </a:lnTo>
                  <a:lnTo>
                    <a:pt x="3053737" y="1179533"/>
                  </a:lnTo>
                  <a:lnTo>
                    <a:pt x="3062316" y="1173306"/>
                  </a:lnTo>
                  <a:lnTo>
                    <a:pt x="3100944" y="1166238"/>
                  </a:lnTo>
                  <a:lnTo>
                    <a:pt x="3109086" y="1165308"/>
                  </a:lnTo>
                  <a:lnTo>
                    <a:pt x="3113354" y="1166266"/>
                  </a:lnTo>
                  <a:lnTo>
                    <a:pt x="3115010" y="1161599"/>
                  </a:lnTo>
                  <a:lnTo>
                    <a:pt x="3114141" y="1147949"/>
                  </a:lnTo>
                  <a:lnTo>
                    <a:pt x="3110081" y="1126451"/>
                  </a:lnTo>
                  <a:lnTo>
                    <a:pt x="3095414" y="1110050"/>
                  </a:lnTo>
                  <a:lnTo>
                    <a:pt x="3089715" y="1107416"/>
                  </a:lnTo>
                  <a:lnTo>
                    <a:pt x="3084830" y="1106869"/>
                  </a:lnTo>
                  <a:lnTo>
                    <a:pt x="3080628" y="1108244"/>
                  </a:lnTo>
                  <a:lnTo>
                    <a:pt x="3081136" y="1111070"/>
                  </a:lnTo>
                  <a:lnTo>
                    <a:pt x="3085644" y="1116106"/>
                  </a:lnTo>
                  <a:lnTo>
                    <a:pt x="3088294" y="1112226"/>
                  </a:lnTo>
                  <a:lnTo>
                    <a:pt x="3095267" y="1116804"/>
                  </a:lnTo>
                  <a:lnTo>
                    <a:pt x="3097529" y="1123872"/>
                  </a:lnTo>
                  <a:lnTo>
                    <a:pt x="3106922" y="1138918"/>
                  </a:lnTo>
                  <a:lnTo>
                    <a:pt x="3107447" y="1145383"/>
                  </a:lnTo>
                  <a:lnTo>
                    <a:pt x="3092496" y="1153272"/>
                  </a:lnTo>
                  <a:lnTo>
                    <a:pt x="3074540" y="1159006"/>
                  </a:lnTo>
                  <a:lnTo>
                    <a:pt x="3059857" y="1155038"/>
                  </a:lnTo>
                  <a:lnTo>
                    <a:pt x="3050005" y="1148586"/>
                  </a:lnTo>
                  <a:lnTo>
                    <a:pt x="3046174" y="1129626"/>
                  </a:lnTo>
                  <a:lnTo>
                    <a:pt x="3034175" y="1122838"/>
                  </a:lnTo>
                  <a:lnTo>
                    <a:pt x="3035399" y="1118001"/>
                  </a:lnTo>
                  <a:lnTo>
                    <a:pt x="3038480" y="1115360"/>
                  </a:lnTo>
                  <a:lnTo>
                    <a:pt x="3024983" y="1088956"/>
                  </a:lnTo>
                  <a:lnTo>
                    <a:pt x="3016065" y="1083899"/>
                  </a:lnTo>
                  <a:lnTo>
                    <a:pt x="2996060" y="1078987"/>
                  </a:lnTo>
                  <a:lnTo>
                    <a:pt x="2990525" y="1074628"/>
                  </a:lnTo>
                  <a:lnTo>
                    <a:pt x="3003475" y="1060492"/>
                  </a:lnTo>
                  <a:lnTo>
                    <a:pt x="3010142" y="1051433"/>
                  </a:lnTo>
                  <a:lnTo>
                    <a:pt x="3014590" y="1043592"/>
                  </a:lnTo>
                  <a:lnTo>
                    <a:pt x="3023464" y="1041101"/>
                  </a:lnTo>
                  <a:lnTo>
                    <a:pt x="3033584" y="1034615"/>
                  </a:lnTo>
                  <a:lnTo>
                    <a:pt x="3039011" y="1033691"/>
                  </a:lnTo>
                  <a:lnTo>
                    <a:pt x="3039994" y="1029983"/>
                  </a:lnTo>
                  <a:lnTo>
                    <a:pt x="3037776" y="1026890"/>
                  </a:lnTo>
                  <a:lnTo>
                    <a:pt x="3034322" y="1026582"/>
                  </a:lnTo>
                  <a:lnTo>
                    <a:pt x="3029617" y="1027896"/>
                  </a:lnTo>
                  <a:lnTo>
                    <a:pt x="3025273" y="1027239"/>
                  </a:lnTo>
                  <a:lnTo>
                    <a:pt x="3020164" y="1019959"/>
                  </a:lnTo>
                  <a:lnTo>
                    <a:pt x="3018044" y="1012563"/>
                  </a:lnTo>
                  <a:lnTo>
                    <a:pt x="3014825" y="1005372"/>
                  </a:lnTo>
                  <a:lnTo>
                    <a:pt x="3017393" y="998167"/>
                  </a:lnTo>
                  <a:lnTo>
                    <a:pt x="3020579" y="989224"/>
                  </a:lnTo>
                  <a:lnTo>
                    <a:pt x="3025563" y="971085"/>
                  </a:lnTo>
                  <a:lnTo>
                    <a:pt x="3030257" y="965577"/>
                  </a:lnTo>
                  <a:lnTo>
                    <a:pt x="3035721" y="962060"/>
                  </a:lnTo>
                  <a:lnTo>
                    <a:pt x="3049333" y="932016"/>
                  </a:lnTo>
                  <a:lnTo>
                    <a:pt x="3067354" y="913604"/>
                  </a:lnTo>
                  <a:lnTo>
                    <a:pt x="3084934" y="893159"/>
                  </a:lnTo>
                  <a:lnTo>
                    <a:pt x="3080983" y="888945"/>
                  </a:lnTo>
                  <a:lnTo>
                    <a:pt x="3077475" y="886741"/>
                  </a:lnTo>
                  <a:lnTo>
                    <a:pt x="3087595" y="873509"/>
                  </a:lnTo>
                  <a:lnTo>
                    <a:pt x="3100627" y="863943"/>
                  </a:lnTo>
                  <a:lnTo>
                    <a:pt x="3111496" y="861076"/>
                  </a:lnTo>
                  <a:lnTo>
                    <a:pt x="3110458" y="866263"/>
                  </a:lnTo>
                  <a:lnTo>
                    <a:pt x="3110480" y="870491"/>
                  </a:lnTo>
                  <a:lnTo>
                    <a:pt x="3115933" y="869212"/>
                  </a:lnTo>
                  <a:lnTo>
                    <a:pt x="3121873" y="866058"/>
                  </a:lnTo>
                  <a:lnTo>
                    <a:pt x="3125474" y="870211"/>
                  </a:lnTo>
                  <a:lnTo>
                    <a:pt x="3129053" y="872674"/>
                  </a:lnTo>
                  <a:lnTo>
                    <a:pt x="3130928" y="868062"/>
                  </a:lnTo>
                  <a:lnTo>
                    <a:pt x="3129627" y="859427"/>
                  </a:lnTo>
                  <a:lnTo>
                    <a:pt x="3130512" y="853290"/>
                  </a:lnTo>
                  <a:lnTo>
                    <a:pt x="3133091" y="854918"/>
                  </a:lnTo>
                  <a:lnTo>
                    <a:pt x="3134239" y="860290"/>
                  </a:lnTo>
                  <a:lnTo>
                    <a:pt x="3137840" y="861507"/>
                  </a:lnTo>
                  <a:lnTo>
                    <a:pt x="3141277" y="847070"/>
                  </a:lnTo>
                  <a:lnTo>
                    <a:pt x="3146452" y="841624"/>
                  </a:lnTo>
                  <a:lnTo>
                    <a:pt x="3148255" y="847939"/>
                  </a:lnTo>
                  <a:lnTo>
                    <a:pt x="3149692" y="857498"/>
                  </a:lnTo>
                  <a:lnTo>
                    <a:pt x="3153490" y="856663"/>
                  </a:lnTo>
                  <a:lnTo>
                    <a:pt x="3157217" y="843184"/>
                  </a:lnTo>
                  <a:lnTo>
                    <a:pt x="3158911" y="846010"/>
                  </a:lnTo>
                  <a:lnTo>
                    <a:pt x="3161239" y="855151"/>
                  </a:lnTo>
                  <a:lnTo>
                    <a:pt x="3165703" y="854070"/>
                  </a:lnTo>
                  <a:lnTo>
                    <a:pt x="3170840" y="846893"/>
                  </a:lnTo>
                  <a:lnTo>
                    <a:pt x="3180960" y="840639"/>
                  </a:lnTo>
                  <a:lnTo>
                    <a:pt x="3194217" y="842664"/>
                  </a:lnTo>
                  <a:lnTo>
                    <a:pt x="3204156" y="835466"/>
                  </a:lnTo>
                  <a:lnTo>
                    <a:pt x="3211867" y="827098"/>
                  </a:lnTo>
                  <a:lnTo>
                    <a:pt x="3212402" y="816616"/>
                  </a:lnTo>
                  <a:lnTo>
                    <a:pt x="3224424" y="791991"/>
                  </a:lnTo>
                  <a:lnTo>
                    <a:pt x="3223828" y="779976"/>
                  </a:lnTo>
                  <a:lnTo>
                    <a:pt x="3236599" y="772798"/>
                  </a:lnTo>
                  <a:lnTo>
                    <a:pt x="3241877" y="763780"/>
                  </a:lnTo>
                  <a:lnTo>
                    <a:pt x="3246074" y="760790"/>
                  </a:lnTo>
                  <a:lnTo>
                    <a:pt x="3245757" y="769336"/>
                  </a:lnTo>
                  <a:lnTo>
                    <a:pt x="3242467" y="777082"/>
                  </a:lnTo>
                  <a:lnTo>
                    <a:pt x="3244473" y="778265"/>
                  </a:lnTo>
                  <a:lnTo>
                    <a:pt x="3249074" y="777082"/>
                  </a:lnTo>
                  <a:lnTo>
                    <a:pt x="3251959" y="778751"/>
                  </a:lnTo>
                  <a:lnTo>
                    <a:pt x="3242582" y="787276"/>
                  </a:lnTo>
                  <a:lnTo>
                    <a:pt x="3240566" y="793215"/>
                  </a:lnTo>
                  <a:lnTo>
                    <a:pt x="3250484" y="792805"/>
                  </a:lnTo>
                  <a:lnTo>
                    <a:pt x="3262937" y="797252"/>
                  </a:lnTo>
                  <a:lnTo>
                    <a:pt x="3267374" y="802815"/>
                  </a:lnTo>
                  <a:lnTo>
                    <a:pt x="3271833" y="804526"/>
                  </a:lnTo>
                  <a:lnTo>
                    <a:pt x="3273855" y="798183"/>
                  </a:lnTo>
                  <a:lnTo>
                    <a:pt x="3273074" y="787489"/>
                  </a:lnTo>
                  <a:lnTo>
                    <a:pt x="3277773" y="778320"/>
                  </a:lnTo>
                  <a:lnTo>
                    <a:pt x="3281002" y="769637"/>
                  </a:lnTo>
                  <a:lnTo>
                    <a:pt x="3284778" y="775036"/>
                  </a:lnTo>
                  <a:lnTo>
                    <a:pt x="3289603" y="778395"/>
                  </a:lnTo>
                  <a:lnTo>
                    <a:pt x="3295980" y="774365"/>
                  </a:lnTo>
                  <a:lnTo>
                    <a:pt x="3300379" y="769671"/>
                  </a:lnTo>
                  <a:lnTo>
                    <a:pt x="3303926" y="768631"/>
                  </a:lnTo>
                  <a:lnTo>
                    <a:pt x="3309243" y="768570"/>
                  </a:lnTo>
                  <a:lnTo>
                    <a:pt x="3314412" y="770424"/>
                  </a:lnTo>
                  <a:lnTo>
                    <a:pt x="3318303" y="772018"/>
                  </a:lnTo>
                  <a:lnTo>
                    <a:pt x="3320942" y="779278"/>
                  </a:lnTo>
                  <a:lnTo>
                    <a:pt x="3325089" y="786914"/>
                  </a:lnTo>
                  <a:lnTo>
                    <a:pt x="3329865" y="784594"/>
                  </a:lnTo>
                  <a:lnTo>
                    <a:pt x="3333122" y="781892"/>
                  </a:lnTo>
                  <a:lnTo>
                    <a:pt x="3335603" y="775706"/>
                  </a:lnTo>
                  <a:lnTo>
                    <a:pt x="3341832" y="777205"/>
                  </a:lnTo>
                  <a:lnTo>
                    <a:pt x="3349439" y="760017"/>
                  </a:lnTo>
                  <a:lnTo>
                    <a:pt x="3354876" y="758697"/>
                  </a:lnTo>
                  <a:lnTo>
                    <a:pt x="3362002" y="761386"/>
                  </a:lnTo>
                  <a:lnTo>
                    <a:pt x="3370264" y="761960"/>
                  </a:lnTo>
                  <a:lnTo>
                    <a:pt x="3376297" y="759942"/>
                  </a:lnTo>
                  <a:lnTo>
                    <a:pt x="3381116" y="750418"/>
                  </a:lnTo>
                  <a:lnTo>
                    <a:pt x="3392105" y="748769"/>
                  </a:lnTo>
                  <a:lnTo>
                    <a:pt x="3402597" y="743117"/>
                  </a:lnTo>
                  <a:lnTo>
                    <a:pt x="3421935" y="746100"/>
                  </a:lnTo>
                  <a:lnTo>
                    <a:pt x="3444793" y="724787"/>
                  </a:lnTo>
                  <a:lnTo>
                    <a:pt x="3444296" y="721715"/>
                  </a:lnTo>
                  <a:lnTo>
                    <a:pt x="3441771" y="719169"/>
                  </a:lnTo>
                  <a:lnTo>
                    <a:pt x="3431394" y="716747"/>
                  </a:lnTo>
                  <a:lnTo>
                    <a:pt x="3430591" y="708434"/>
                  </a:lnTo>
                  <a:lnTo>
                    <a:pt x="3434334" y="702160"/>
                  </a:lnTo>
                  <a:lnTo>
                    <a:pt x="3431897" y="688345"/>
                  </a:lnTo>
                  <a:lnTo>
                    <a:pt x="3428750" y="681161"/>
                  </a:lnTo>
                  <a:lnTo>
                    <a:pt x="3429367" y="676898"/>
                  </a:lnTo>
                  <a:lnTo>
                    <a:pt x="3433930" y="680470"/>
                  </a:lnTo>
                  <a:lnTo>
                    <a:pt x="3445962" y="678616"/>
                  </a:lnTo>
                  <a:lnTo>
                    <a:pt x="3452438" y="680237"/>
                  </a:lnTo>
                  <a:lnTo>
                    <a:pt x="3453613" y="686956"/>
                  </a:lnTo>
                  <a:lnTo>
                    <a:pt x="3457613" y="691212"/>
                  </a:lnTo>
                  <a:lnTo>
                    <a:pt x="3476110" y="688954"/>
                  </a:lnTo>
                  <a:lnTo>
                    <a:pt x="3498071" y="680552"/>
                  </a:lnTo>
                  <a:lnTo>
                    <a:pt x="3506027" y="687202"/>
                  </a:lnTo>
                  <a:lnTo>
                    <a:pt x="3515863" y="681975"/>
                  </a:lnTo>
                  <a:lnTo>
                    <a:pt x="3527098" y="674154"/>
                  </a:lnTo>
                  <a:lnTo>
                    <a:pt x="3539164" y="668749"/>
                  </a:lnTo>
                  <a:lnTo>
                    <a:pt x="3543240" y="664637"/>
                  </a:lnTo>
                  <a:lnTo>
                    <a:pt x="3534803" y="653669"/>
                  </a:lnTo>
                  <a:lnTo>
                    <a:pt x="3545207" y="648004"/>
                  </a:lnTo>
                  <a:lnTo>
                    <a:pt x="3547989" y="644473"/>
                  </a:lnTo>
                  <a:lnTo>
                    <a:pt x="3552278" y="642126"/>
                  </a:lnTo>
                  <a:lnTo>
                    <a:pt x="3547792" y="650268"/>
                  </a:lnTo>
                  <a:lnTo>
                    <a:pt x="3542967" y="656276"/>
                  </a:lnTo>
                  <a:lnTo>
                    <a:pt x="3560218" y="669467"/>
                  </a:lnTo>
                  <a:lnTo>
                    <a:pt x="3568180" y="669406"/>
                  </a:lnTo>
                  <a:lnTo>
                    <a:pt x="3606168" y="653375"/>
                  </a:lnTo>
                  <a:lnTo>
                    <a:pt x="3635567" y="634346"/>
                  </a:lnTo>
                  <a:lnTo>
                    <a:pt x="3660752" y="624377"/>
                  </a:lnTo>
                  <a:lnTo>
                    <a:pt x="3678588" y="612924"/>
                  </a:lnTo>
                  <a:lnTo>
                    <a:pt x="3691949" y="611179"/>
                  </a:lnTo>
                  <a:lnTo>
                    <a:pt x="3712637" y="586622"/>
                  </a:lnTo>
                  <a:lnTo>
                    <a:pt x="3707222" y="572657"/>
                  </a:lnTo>
                  <a:lnTo>
                    <a:pt x="3708266" y="567991"/>
                  </a:lnTo>
                  <a:lnTo>
                    <a:pt x="3719052" y="579205"/>
                  </a:lnTo>
                  <a:lnTo>
                    <a:pt x="3725107" y="587648"/>
                  </a:lnTo>
                  <a:lnTo>
                    <a:pt x="3733856" y="584768"/>
                  </a:lnTo>
                  <a:lnTo>
                    <a:pt x="3743861" y="583536"/>
                  </a:lnTo>
                  <a:lnTo>
                    <a:pt x="3739779" y="590892"/>
                  </a:lnTo>
                  <a:lnTo>
                    <a:pt x="3734637" y="594723"/>
                  </a:lnTo>
                  <a:lnTo>
                    <a:pt x="3716397" y="612992"/>
                  </a:lnTo>
                  <a:lnTo>
                    <a:pt x="3686479" y="634004"/>
                  </a:lnTo>
                  <a:lnTo>
                    <a:pt x="3676911" y="648120"/>
                  </a:lnTo>
                  <a:lnTo>
                    <a:pt x="3681359" y="650953"/>
                  </a:lnTo>
                  <a:lnTo>
                    <a:pt x="3685971" y="651561"/>
                  </a:lnTo>
                  <a:lnTo>
                    <a:pt x="3695512" y="655188"/>
                  </a:lnTo>
                  <a:lnTo>
                    <a:pt x="3702850" y="646977"/>
                  </a:lnTo>
                  <a:lnTo>
                    <a:pt x="3711905" y="643180"/>
                  </a:lnTo>
                  <a:lnTo>
                    <a:pt x="3741424" y="646053"/>
                  </a:lnTo>
                  <a:lnTo>
                    <a:pt x="3769320" y="643063"/>
                  </a:lnTo>
                  <a:lnTo>
                    <a:pt x="3789543" y="647648"/>
                  </a:lnTo>
                  <a:lnTo>
                    <a:pt x="3822221" y="645410"/>
                  </a:lnTo>
                  <a:lnTo>
                    <a:pt x="3849800" y="649522"/>
                  </a:lnTo>
                  <a:lnTo>
                    <a:pt x="3839477" y="655646"/>
                  </a:lnTo>
                  <a:lnTo>
                    <a:pt x="3807237" y="657076"/>
                  </a:lnTo>
                  <a:lnTo>
                    <a:pt x="3768647" y="670220"/>
                  </a:lnTo>
                  <a:lnTo>
                    <a:pt x="3758626" y="680039"/>
                  </a:lnTo>
                  <a:lnTo>
                    <a:pt x="3763910" y="697411"/>
                  </a:lnTo>
                  <a:lnTo>
                    <a:pt x="3752773" y="684623"/>
                  </a:lnTo>
                  <a:lnTo>
                    <a:pt x="3739429" y="681270"/>
                  </a:lnTo>
                  <a:lnTo>
                    <a:pt x="3738145" y="674401"/>
                  </a:lnTo>
                  <a:lnTo>
                    <a:pt x="3738916" y="667257"/>
                  </a:lnTo>
                  <a:lnTo>
                    <a:pt x="3740976" y="663056"/>
                  </a:lnTo>
                  <a:lnTo>
                    <a:pt x="3742058" y="657295"/>
                  </a:lnTo>
                  <a:lnTo>
                    <a:pt x="3728921" y="653354"/>
                  </a:lnTo>
                  <a:lnTo>
                    <a:pt x="3733539" y="657802"/>
                  </a:lnTo>
                  <a:lnTo>
                    <a:pt x="3728845" y="664760"/>
                  </a:lnTo>
                  <a:lnTo>
                    <a:pt x="3694998" y="675386"/>
                  </a:lnTo>
                  <a:lnTo>
                    <a:pt x="3678026" y="683713"/>
                  </a:lnTo>
                  <a:lnTo>
                    <a:pt x="3593666" y="734229"/>
                  </a:lnTo>
                  <a:lnTo>
                    <a:pt x="3589715" y="737315"/>
                  </a:lnTo>
                  <a:lnTo>
                    <a:pt x="3585666" y="743083"/>
                  </a:lnTo>
                  <a:lnTo>
                    <a:pt x="3601453" y="738683"/>
                  </a:lnTo>
                  <a:lnTo>
                    <a:pt x="3610955" y="734215"/>
                  </a:lnTo>
                  <a:lnTo>
                    <a:pt x="3608966" y="738102"/>
                  </a:lnTo>
                  <a:lnTo>
                    <a:pt x="3598250" y="745423"/>
                  </a:lnTo>
                  <a:lnTo>
                    <a:pt x="3590857" y="749555"/>
                  </a:lnTo>
                  <a:lnTo>
                    <a:pt x="3580130" y="750219"/>
                  </a:lnTo>
                  <a:lnTo>
                    <a:pt x="3564535" y="754578"/>
                  </a:lnTo>
                  <a:lnTo>
                    <a:pt x="3552825" y="762056"/>
                  </a:lnTo>
                  <a:lnTo>
                    <a:pt x="3545109" y="770014"/>
                  </a:lnTo>
                  <a:lnTo>
                    <a:pt x="3541229" y="774947"/>
                  </a:lnTo>
                  <a:lnTo>
                    <a:pt x="3538869" y="779682"/>
                  </a:lnTo>
                  <a:lnTo>
                    <a:pt x="3561748" y="760120"/>
                  </a:lnTo>
                  <a:lnTo>
                    <a:pt x="3570021" y="761064"/>
                  </a:lnTo>
                  <a:lnTo>
                    <a:pt x="3544109" y="789274"/>
                  </a:lnTo>
                  <a:lnTo>
                    <a:pt x="3533645" y="820612"/>
                  </a:lnTo>
                  <a:lnTo>
                    <a:pt x="3533705" y="829602"/>
                  </a:lnTo>
                  <a:lnTo>
                    <a:pt x="3541180" y="866858"/>
                  </a:lnTo>
                  <a:lnTo>
                    <a:pt x="3551038" y="876896"/>
                  </a:lnTo>
                  <a:lnTo>
                    <a:pt x="3555010" y="871860"/>
                  </a:lnTo>
                  <a:lnTo>
                    <a:pt x="3557666" y="866714"/>
                  </a:lnTo>
                  <a:lnTo>
                    <a:pt x="3567906" y="869465"/>
                  </a:lnTo>
                  <a:lnTo>
                    <a:pt x="3573682" y="877990"/>
                  </a:lnTo>
                  <a:lnTo>
                    <a:pt x="3584557" y="902321"/>
                  </a:lnTo>
                  <a:lnTo>
                    <a:pt x="3593087" y="906064"/>
                  </a:lnTo>
                  <a:lnTo>
                    <a:pt x="3603994" y="903368"/>
                  </a:lnTo>
                  <a:lnTo>
                    <a:pt x="3613256" y="908301"/>
                  </a:lnTo>
                  <a:lnTo>
                    <a:pt x="3616753" y="907439"/>
                  </a:lnTo>
                  <a:lnTo>
                    <a:pt x="3619206" y="902225"/>
                  </a:lnTo>
                  <a:lnTo>
                    <a:pt x="3623955" y="901685"/>
                  </a:lnTo>
                  <a:lnTo>
                    <a:pt x="3628633" y="903881"/>
                  </a:lnTo>
                  <a:lnTo>
                    <a:pt x="3630277" y="887275"/>
                  </a:lnTo>
                  <a:lnTo>
                    <a:pt x="3640873" y="879058"/>
                  </a:lnTo>
                  <a:lnTo>
                    <a:pt x="3647906" y="878408"/>
                  </a:lnTo>
                  <a:lnTo>
                    <a:pt x="3657446" y="878996"/>
                  </a:lnTo>
                  <a:lnTo>
                    <a:pt x="3682566" y="859284"/>
                  </a:lnTo>
                  <a:lnTo>
                    <a:pt x="3686676" y="850669"/>
                  </a:lnTo>
                  <a:lnTo>
                    <a:pt x="3701676" y="837779"/>
                  </a:lnTo>
                  <a:lnTo>
                    <a:pt x="3714337" y="820865"/>
                  </a:lnTo>
                  <a:lnTo>
                    <a:pt x="3726610" y="814823"/>
                  </a:lnTo>
                  <a:lnTo>
                    <a:pt x="3736746" y="798231"/>
                  </a:lnTo>
                  <a:lnTo>
                    <a:pt x="3741631" y="799852"/>
                  </a:lnTo>
                  <a:lnTo>
                    <a:pt x="3748221" y="793954"/>
                  </a:lnTo>
                  <a:lnTo>
                    <a:pt x="3744129" y="782651"/>
                  </a:lnTo>
                  <a:lnTo>
                    <a:pt x="3741189" y="778429"/>
                  </a:lnTo>
                  <a:lnTo>
                    <a:pt x="3747058" y="763650"/>
                  </a:lnTo>
                  <a:lnTo>
                    <a:pt x="3760385" y="758560"/>
                  </a:lnTo>
                  <a:lnTo>
                    <a:pt x="3767784" y="772463"/>
                  </a:lnTo>
                  <a:lnTo>
                    <a:pt x="3774079" y="764341"/>
                  </a:lnTo>
                  <a:lnTo>
                    <a:pt x="3774046" y="758389"/>
                  </a:lnTo>
                  <a:lnTo>
                    <a:pt x="3779106" y="750397"/>
                  </a:lnTo>
                  <a:lnTo>
                    <a:pt x="3787614" y="756151"/>
                  </a:lnTo>
                  <a:lnTo>
                    <a:pt x="3791237" y="764211"/>
                  </a:lnTo>
                  <a:lnTo>
                    <a:pt x="3799144" y="769213"/>
                  </a:lnTo>
                  <a:lnTo>
                    <a:pt x="3805806" y="772607"/>
                  </a:lnTo>
                  <a:lnTo>
                    <a:pt x="3822745" y="773510"/>
                  </a:lnTo>
                  <a:lnTo>
                    <a:pt x="3827456" y="768679"/>
                  </a:lnTo>
                  <a:lnTo>
                    <a:pt x="3830013" y="764574"/>
                  </a:lnTo>
                  <a:lnTo>
                    <a:pt x="3828510" y="755207"/>
                  </a:lnTo>
                  <a:lnTo>
                    <a:pt x="3823390" y="745033"/>
                  </a:lnTo>
                  <a:lnTo>
                    <a:pt x="3830068" y="748974"/>
                  </a:lnTo>
                  <a:lnTo>
                    <a:pt x="3839860" y="751095"/>
                  </a:lnTo>
                  <a:lnTo>
                    <a:pt x="3848368" y="749419"/>
                  </a:lnTo>
                  <a:lnTo>
                    <a:pt x="3856707" y="750725"/>
                  </a:lnTo>
                  <a:lnTo>
                    <a:pt x="3873559" y="741092"/>
                  </a:lnTo>
                  <a:lnTo>
                    <a:pt x="3881001" y="741482"/>
                  </a:lnTo>
                  <a:lnTo>
                    <a:pt x="3887422" y="740606"/>
                  </a:lnTo>
                  <a:lnTo>
                    <a:pt x="3916941" y="730753"/>
                  </a:lnTo>
                  <a:lnTo>
                    <a:pt x="3945372" y="722549"/>
                  </a:lnTo>
                  <a:lnTo>
                    <a:pt x="3973241" y="709542"/>
                  </a:lnTo>
                  <a:lnTo>
                    <a:pt x="3999896" y="701414"/>
                  </a:lnTo>
                  <a:lnTo>
                    <a:pt x="4025962" y="688810"/>
                  </a:lnTo>
                  <a:lnTo>
                    <a:pt x="4034317" y="687401"/>
                  </a:lnTo>
                  <a:lnTo>
                    <a:pt x="4042355" y="682351"/>
                  </a:lnTo>
                  <a:lnTo>
                    <a:pt x="4051158" y="679088"/>
                  </a:lnTo>
                  <a:lnTo>
                    <a:pt x="4059087" y="678636"/>
                  </a:lnTo>
                  <a:lnTo>
                    <a:pt x="4071469" y="674709"/>
                  </a:lnTo>
                  <a:lnTo>
                    <a:pt x="4083048" y="667641"/>
                  </a:lnTo>
                  <a:lnTo>
                    <a:pt x="4096305" y="664753"/>
                  </a:lnTo>
                  <a:lnTo>
                    <a:pt x="4103496" y="667928"/>
                  </a:lnTo>
                  <a:lnTo>
                    <a:pt x="4107234" y="665212"/>
                  </a:lnTo>
                  <a:lnTo>
                    <a:pt x="4111278" y="659758"/>
                  </a:lnTo>
                  <a:lnTo>
                    <a:pt x="4106884" y="654374"/>
                  </a:lnTo>
                  <a:lnTo>
                    <a:pt x="4102862" y="651787"/>
                  </a:lnTo>
                  <a:lnTo>
                    <a:pt x="4063218" y="649256"/>
                  </a:lnTo>
                  <a:lnTo>
                    <a:pt x="4072715" y="643105"/>
                  </a:lnTo>
                  <a:lnTo>
                    <a:pt x="4083251" y="638835"/>
                  </a:lnTo>
                  <a:lnTo>
                    <a:pt x="4083803" y="633936"/>
                  </a:lnTo>
                  <a:lnTo>
                    <a:pt x="4075584" y="620252"/>
                  </a:lnTo>
                  <a:lnTo>
                    <a:pt x="4066950" y="609797"/>
                  </a:lnTo>
                  <a:lnTo>
                    <a:pt x="4059715" y="604371"/>
                  </a:lnTo>
                  <a:lnTo>
                    <a:pt x="4041295" y="610652"/>
                  </a:lnTo>
                  <a:lnTo>
                    <a:pt x="4027907" y="608770"/>
                  </a:lnTo>
                  <a:lnTo>
                    <a:pt x="4016634" y="600560"/>
                  </a:lnTo>
                  <a:lnTo>
                    <a:pt x="4012787" y="588661"/>
                  </a:lnTo>
                  <a:lnTo>
                    <a:pt x="4011448" y="581367"/>
                  </a:lnTo>
                  <a:lnTo>
                    <a:pt x="4007874" y="578986"/>
                  </a:lnTo>
                  <a:lnTo>
                    <a:pt x="3978530" y="598227"/>
                  </a:lnTo>
                  <a:lnTo>
                    <a:pt x="3955684" y="607505"/>
                  </a:lnTo>
                  <a:lnTo>
                    <a:pt x="3952842" y="610885"/>
                  </a:lnTo>
                  <a:lnTo>
                    <a:pt x="3948837" y="613505"/>
                  </a:lnTo>
                  <a:lnTo>
                    <a:pt x="3937356" y="608059"/>
                  </a:lnTo>
                  <a:lnTo>
                    <a:pt x="3918952" y="609804"/>
                  </a:lnTo>
                  <a:lnTo>
                    <a:pt x="3922504" y="604515"/>
                  </a:lnTo>
                  <a:lnTo>
                    <a:pt x="3924482" y="596865"/>
                  </a:lnTo>
                  <a:lnTo>
                    <a:pt x="3900968" y="591850"/>
                  </a:lnTo>
                  <a:lnTo>
                    <a:pt x="3878909" y="591001"/>
                  </a:lnTo>
                  <a:lnTo>
                    <a:pt x="3866712" y="594429"/>
                  </a:lnTo>
                  <a:lnTo>
                    <a:pt x="3858220" y="595271"/>
                  </a:lnTo>
                  <a:lnTo>
                    <a:pt x="3855630" y="591357"/>
                  </a:lnTo>
                  <a:lnTo>
                    <a:pt x="3850920" y="586957"/>
                  </a:lnTo>
                  <a:lnTo>
                    <a:pt x="3833997" y="578069"/>
                  </a:lnTo>
                  <a:lnTo>
                    <a:pt x="3827456" y="577618"/>
                  </a:lnTo>
                  <a:lnTo>
                    <a:pt x="3812325" y="580409"/>
                  </a:lnTo>
                  <a:lnTo>
                    <a:pt x="3793095" y="566226"/>
                  </a:lnTo>
                  <a:lnTo>
                    <a:pt x="3775609" y="558733"/>
                  </a:lnTo>
                  <a:lnTo>
                    <a:pt x="3772762" y="557522"/>
                  </a:lnTo>
                  <a:lnTo>
                    <a:pt x="3797882" y="545494"/>
                  </a:lnTo>
                  <a:lnTo>
                    <a:pt x="3793325" y="540027"/>
                  </a:lnTo>
                  <a:lnTo>
                    <a:pt x="3788483" y="537276"/>
                  </a:lnTo>
                  <a:lnTo>
                    <a:pt x="3762844" y="533486"/>
                  </a:lnTo>
                  <a:lnTo>
                    <a:pt x="3755369" y="529654"/>
                  </a:lnTo>
                  <a:lnTo>
                    <a:pt x="3718473" y="526835"/>
                  </a:lnTo>
                  <a:lnTo>
                    <a:pt x="3716757" y="516873"/>
                  </a:lnTo>
                  <a:lnTo>
                    <a:pt x="3706572" y="510633"/>
                  </a:lnTo>
                  <a:lnTo>
                    <a:pt x="3707298" y="500876"/>
                  </a:lnTo>
                  <a:lnTo>
                    <a:pt x="3701910" y="488724"/>
                  </a:lnTo>
                  <a:lnTo>
                    <a:pt x="3697840" y="466425"/>
                  </a:lnTo>
                  <a:lnTo>
                    <a:pt x="3687676" y="462607"/>
                  </a:lnTo>
                  <a:lnTo>
                    <a:pt x="3680310" y="445208"/>
                  </a:lnTo>
                  <a:lnTo>
                    <a:pt x="3677709" y="436087"/>
                  </a:lnTo>
                  <a:lnTo>
                    <a:pt x="3682173" y="426296"/>
                  </a:lnTo>
                  <a:lnTo>
                    <a:pt x="3686031" y="411866"/>
                  </a:lnTo>
                  <a:lnTo>
                    <a:pt x="3673605" y="408308"/>
                  </a:lnTo>
                  <a:lnTo>
                    <a:pt x="3662419" y="407938"/>
                  </a:lnTo>
                  <a:lnTo>
                    <a:pt x="3645665" y="413439"/>
                  </a:lnTo>
                  <a:lnTo>
                    <a:pt x="3638042" y="410682"/>
                  </a:lnTo>
                  <a:lnTo>
                    <a:pt x="3631474" y="406200"/>
                  </a:lnTo>
                  <a:lnTo>
                    <a:pt x="3657523" y="387624"/>
                  </a:lnTo>
                  <a:lnTo>
                    <a:pt x="3676987" y="368726"/>
                  </a:lnTo>
                  <a:lnTo>
                    <a:pt x="3683709" y="340529"/>
                  </a:lnTo>
                  <a:lnTo>
                    <a:pt x="3693315" y="326010"/>
                  </a:lnTo>
                  <a:lnTo>
                    <a:pt x="3700375" y="318812"/>
                  </a:lnTo>
                  <a:lnTo>
                    <a:pt x="3681266" y="308672"/>
                  </a:lnTo>
                  <a:lnTo>
                    <a:pt x="3661971" y="309260"/>
                  </a:lnTo>
                  <a:lnTo>
                    <a:pt x="3666976" y="301720"/>
                  </a:lnTo>
                  <a:lnTo>
                    <a:pt x="3641627" y="306701"/>
                  </a:lnTo>
                  <a:lnTo>
                    <a:pt x="3628671" y="312777"/>
                  </a:lnTo>
                  <a:lnTo>
                    <a:pt x="3613054" y="324114"/>
                  </a:lnTo>
                  <a:lnTo>
                    <a:pt x="3599207" y="326495"/>
                  </a:lnTo>
                  <a:lnTo>
                    <a:pt x="3592578" y="322835"/>
                  </a:lnTo>
                  <a:lnTo>
                    <a:pt x="3582589" y="299907"/>
                  </a:lnTo>
                  <a:lnTo>
                    <a:pt x="3572103" y="292722"/>
                  </a:lnTo>
                  <a:lnTo>
                    <a:pt x="3531727" y="281857"/>
                  </a:lnTo>
                  <a:lnTo>
                    <a:pt x="3515005" y="271758"/>
                  </a:lnTo>
                  <a:lnTo>
                    <a:pt x="3507262" y="270875"/>
                  </a:lnTo>
                  <a:lnTo>
                    <a:pt x="3484574" y="278703"/>
                  </a:lnTo>
                  <a:lnTo>
                    <a:pt x="3476421" y="277109"/>
                  </a:lnTo>
                  <a:lnTo>
                    <a:pt x="3505006" y="263493"/>
                  </a:lnTo>
                  <a:lnTo>
                    <a:pt x="3518962" y="266537"/>
                  </a:lnTo>
                  <a:lnTo>
                    <a:pt x="3527426" y="263814"/>
                  </a:lnTo>
                  <a:lnTo>
                    <a:pt x="3545950" y="265867"/>
                  </a:lnTo>
                  <a:lnTo>
                    <a:pt x="3553847" y="259702"/>
                  </a:lnTo>
                  <a:lnTo>
                    <a:pt x="3563453" y="253790"/>
                  </a:lnTo>
                  <a:lnTo>
                    <a:pt x="3582704" y="264608"/>
                  </a:lnTo>
                  <a:lnTo>
                    <a:pt x="3613906" y="275843"/>
                  </a:lnTo>
                  <a:lnTo>
                    <a:pt x="3626873" y="278696"/>
                  </a:lnTo>
                  <a:lnTo>
                    <a:pt x="3638130" y="277280"/>
                  </a:lnTo>
                  <a:lnTo>
                    <a:pt x="3663124" y="265367"/>
                  </a:lnTo>
                  <a:lnTo>
                    <a:pt x="3671649" y="257855"/>
                  </a:lnTo>
                  <a:lnTo>
                    <a:pt x="3687075" y="252723"/>
                  </a:lnTo>
                  <a:lnTo>
                    <a:pt x="3693517" y="248296"/>
                  </a:lnTo>
                  <a:lnTo>
                    <a:pt x="3700091" y="236733"/>
                  </a:lnTo>
                  <a:lnTo>
                    <a:pt x="3708216" y="229740"/>
                  </a:lnTo>
                  <a:lnTo>
                    <a:pt x="3740036" y="220955"/>
                  </a:lnTo>
                  <a:lnTo>
                    <a:pt x="3750675" y="203131"/>
                  </a:lnTo>
                  <a:lnTo>
                    <a:pt x="3751533" y="183411"/>
                  </a:lnTo>
                  <a:lnTo>
                    <a:pt x="3732681" y="167647"/>
                  </a:lnTo>
                  <a:lnTo>
                    <a:pt x="3721582" y="162392"/>
                  </a:lnTo>
                  <a:lnTo>
                    <a:pt x="3737582" y="162693"/>
                  </a:lnTo>
                  <a:lnTo>
                    <a:pt x="3755708" y="167284"/>
                  </a:lnTo>
                  <a:lnTo>
                    <a:pt x="3754877" y="157835"/>
                  </a:lnTo>
                  <a:lnTo>
                    <a:pt x="3749773" y="151075"/>
                  </a:lnTo>
                  <a:lnTo>
                    <a:pt x="3715539" y="125444"/>
                  </a:lnTo>
                  <a:lnTo>
                    <a:pt x="3685479" y="113258"/>
                  </a:lnTo>
                  <a:lnTo>
                    <a:pt x="3622829" y="103406"/>
                  </a:lnTo>
                  <a:lnTo>
                    <a:pt x="3608589" y="102831"/>
                  </a:lnTo>
                  <a:lnTo>
                    <a:pt x="3568365" y="108503"/>
                  </a:lnTo>
                  <a:lnTo>
                    <a:pt x="3535311" y="110262"/>
                  </a:lnTo>
                  <a:lnTo>
                    <a:pt x="3488317" y="122420"/>
                  </a:lnTo>
                  <a:lnTo>
                    <a:pt x="3430192" y="145150"/>
                  </a:lnTo>
                  <a:lnTo>
                    <a:pt x="3380570" y="160312"/>
                  </a:lnTo>
                  <a:lnTo>
                    <a:pt x="3343849" y="177835"/>
                  </a:lnTo>
                  <a:lnTo>
                    <a:pt x="3304773" y="192477"/>
                  </a:lnTo>
                  <a:lnTo>
                    <a:pt x="3283139" y="204349"/>
                  </a:lnTo>
                  <a:lnTo>
                    <a:pt x="3269653" y="216172"/>
                  </a:lnTo>
                  <a:lnTo>
                    <a:pt x="3247937" y="227509"/>
                  </a:lnTo>
                  <a:lnTo>
                    <a:pt x="3240145" y="228967"/>
                  </a:lnTo>
                  <a:lnTo>
                    <a:pt x="3220965" y="241721"/>
                  </a:lnTo>
                  <a:lnTo>
                    <a:pt x="3185233" y="273667"/>
                  </a:lnTo>
                  <a:lnTo>
                    <a:pt x="3166801" y="284840"/>
                  </a:lnTo>
                  <a:lnTo>
                    <a:pt x="3154490" y="304963"/>
                  </a:lnTo>
                  <a:lnTo>
                    <a:pt x="3129736" y="333023"/>
                  </a:lnTo>
                  <a:lnTo>
                    <a:pt x="3105687" y="354323"/>
                  </a:lnTo>
                  <a:lnTo>
                    <a:pt x="3099819" y="367446"/>
                  </a:lnTo>
                  <a:lnTo>
                    <a:pt x="3083234" y="379769"/>
                  </a:lnTo>
                  <a:lnTo>
                    <a:pt x="3064174" y="403997"/>
                  </a:lnTo>
                  <a:lnTo>
                    <a:pt x="3049469" y="415827"/>
                  </a:lnTo>
                  <a:lnTo>
                    <a:pt x="2996448" y="441095"/>
                  </a:lnTo>
                  <a:lnTo>
                    <a:pt x="2978683" y="445734"/>
                  </a:lnTo>
                  <a:lnTo>
                    <a:pt x="2966465" y="454540"/>
                  </a:lnTo>
                  <a:lnTo>
                    <a:pt x="2946542" y="459515"/>
                  </a:lnTo>
                  <a:lnTo>
                    <a:pt x="2920569" y="468902"/>
                  </a:lnTo>
                  <a:lnTo>
                    <a:pt x="2894870" y="471961"/>
                  </a:lnTo>
                  <a:lnTo>
                    <a:pt x="2871553" y="483271"/>
                  </a:lnTo>
                  <a:lnTo>
                    <a:pt x="2862832" y="488833"/>
                  </a:lnTo>
                  <a:lnTo>
                    <a:pt x="2856909" y="498563"/>
                  </a:lnTo>
                  <a:lnTo>
                    <a:pt x="2842805" y="503791"/>
                  </a:lnTo>
                  <a:lnTo>
                    <a:pt x="2828253" y="511091"/>
                  </a:lnTo>
                  <a:lnTo>
                    <a:pt x="2801702" y="535032"/>
                  </a:lnTo>
                  <a:lnTo>
                    <a:pt x="2772997" y="545993"/>
                  </a:lnTo>
                  <a:lnTo>
                    <a:pt x="2754014" y="559103"/>
                  </a:lnTo>
                  <a:lnTo>
                    <a:pt x="2743555" y="579616"/>
                  </a:lnTo>
                  <a:lnTo>
                    <a:pt x="2730593" y="594450"/>
                  </a:lnTo>
                  <a:lnTo>
                    <a:pt x="2719801" y="612034"/>
                  </a:lnTo>
                  <a:lnTo>
                    <a:pt x="2717686" y="618418"/>
                  </a:lnTo>
                  <a:lnTo>
                    <a:pt x="2713812" y="636324"/>
                  </a:lnTo>
                  <a:lnTo>
                    <a:pt x="2709413" y="641072"/>
                  </a:lnTo>
                  <a:lnTo>
                    <a:pt x="2686298" y="645226"/>
                  </a:lnTo>
                  <a:lnTo>
                    <a:pt x="2654386" y="666813"/>
                  </a:lnTo>
                  <a:lnTo>
                    <a:pt x="2629851" y="674257"/>
                  </a:lnTo>
                  <a:lnTo>
                    <a:pt x="2596584" y="694811"/>
                  </a:lnTo>
                  <a:lnTo>
                    <a:pt x="2580627" y="700100"/>
                  </a:lnTo>
                  <a:lnTo>
                    <a:pt x="2619862" y="671719"/>
                  </a:lnTo>
                  <a:lnTo>
                    <a:pt x="2621862" y="670590"/>
                  </a:lnTo>
                  <a:lnTo>
                    <a:pt x="2648982" y="655236"/>
                  </a:lnTo>
                  <a:lnTo>
                    <a:pt x="2662889" y="652280"/>
                  </a:lnTo>
                  <a:lnTo>
                    <a:pt x="2660004" y="639916"/>
                  </a:lnTo>
                  <a:lnTo>
                    <a:pt x="2632244" y="631575"/>
                  </a:lnTo>
                  <a:lnTo>
                    <a:pt x="2624698" y="626225"/>
                  </a:lnTo>
                  <a:lnTo>
                    <a:pt x="2655725" y="630316"/>
                  </a:lnTo>
                  <a:lnTo>
                    <a:pt x="2671441" y="621586"/>
                  </a:lnTo>
                  <a:lnTo>
                    <a:pt x="2682583" y="608866"/>
                  </a:lnTo>
                  <a:lnTo>
                    <a:pt x="2692206" y="600984"/>
                  </a:lnTo>
                  <a:lnTo>
                    <a:pt x="2718533" y="597193"/>
                  </a:lnTo>
                  <a:lnTo>
                    <a:pt x="2740139" y="574546"/>
                  </a:lnTo>
                  <a:lnTo>
                    <a:pt x="2751762" y="557009"/>
                  </a:lnTo>
                  <a:lnTo>
                    <a:pt x="2755598" y="551221"/>
                  </a:lnTo>
                  <a:lnTo>
                    <a:pt x="2769418" y="543660"/>
                  </a:lnTo>
                  <a:lnTo>
                    <a:pt x="2773997" y="531125"/>
                  </a:lnTo>
                  <a:lnTo>
                    <a:pt x="2789478" y="523742"/>
                  </a:lnTo>
                  <a:lnTo>
                    <a:pt x="2807669" y="520253"/>
                  </a:lnTo>
                  <a:lnTo>
                    <a:pt x="2855062" y="492542"/>
                  </a:lnTo>
                  <a:lnTo>
                    <a:pt x="2860881" y="482197"/>
                  </a:lnTo>
                  <a:lnTo>
                    <a:pt x="2880597" y="475395"/>
                  </a:lnTo>
                  <a:lnTo>
                    <a:pt x="2897258" y="464270"/>
                  </a:lnTo>
                  <a:lnTo>
                    <a:pt x="2910946" y="466124"/>
                  </a:lnTo>
                  <a:lnTo>
                    <a:pt x="2925777" y="462648"/>
                  </a:lnTo>
                  <a:lnTo>
                    <a:pt x="2965727" y="448978"/>
                  </a:lnTo>
                  <a:lnTo>
                    <a:pt x="2982754" y="430901"/>
                  </a:lnTo>
                  <a:lnTo>
                    <a:pt x="2998749" y="419447"/>
                  </a:lnTo>
                  <a:lnTo>
                    <a:pt x="3028612" y="400795"/>
                  </a:lnTo>
                  <a:lnTo>
                    <a:pt x="3057464" y="361049"/>
                  </a:lnTo>
                  <a:lnTo>
                    <a:pt x="3074021" y="349896"/>
                  </a:lnTo>
                  <a:lnTo>
                    <a:pt x="3108228" y="316704"/>
                  </a:lnTo>
                  <a:lnTo>
                    <a:pt x="3118174" y="303766"/>
                  </a:lnTo>
                  <a:lnTo>
                    <a:pt x="3125529" y="286900"/>
                  </a:lnTo>
                  <a:lnTo>
                    <a:pt x="3132785" y="266510"/>
                  </a:lnTo>
                  <a:lnTo>
                    <a:pt x="3122654" y="256117"/>
                  </a:lnTo>
                  <a:lnTo>
                    <a:pt x="3110829" y="251423"/>
                  </a:lnTo>
                  <a:lnTo>
                    <a:pt x="3091343" y="246127"/>
                  </a:lnTo>
                  <a:lnTo>
                    <a:pt x="3051579" y="230602"/>
                  </a:lnTo>
                  <a:lnTo>
                    <a:pt x="3032502" y="230759"/>
                  </a:lnTo>
                  <a:lnTo>
                    <a:pt x="3013738" y="228775"/>
                  </a:lnTo>
                  <a:lnTo>
                    <a:pt x="3004355" y="221078"/>
                  </a:lnTo>
                  <a:lnTo>
                    <a:pt x="2993650" y="216411"/>
                  </a:lnTo>
                  <a:lnTo>
                    <a:pt x="3064666" y="228898"/>
                  </a:lnTo>
                  <a:lnTo>
                    <a:pt x="3095223" y="241303"/>
                  </a:lnTo>
                  <a:lnTo>
                    <a:pt x="3107491" y="242289"/>
                  </a:lnTo>
                  <a:lnTo>
                    <a:pt x="3124201" y="251197"/>
                  </a:lnTo>
                  <a:lnTo>
                    <a:pt x="3134250" y="253469"/>
                  </a:lnTo>
                  <a:lnTo>
                    <a:pt x="3144102" y="252347"/>
                  </a:lnTo>
                  <a:lnTo>
                    <a:pt x="3157955" y="245114"/>
                  </a:lnTo>
                  <a:lnTo>
                    <a:pt x="3177555" y="226107"/>
                  </a:lnTo>
                  <a:lnTo>
                    <a:pt x="3193692" y="199874"/>
                  </a:lnTo>
                  <a:lnTo>
                    <a:pt x="3227457" y="164096"/>
                  </a:lnTo>
                  <a:lnTo>
                    <a:pt x="3256555" y="148605"/>
                  </a:lnTo>
                  <a:lnTo>
                    <a:pt x="3261161" y="139122"/>
                  </a:lnTo>
                  <a:lnTo>
                    <a:pt x="3270565" y="132259"/>
                  </a:lnTo>
                  <a:lnTo>
                    <a:pt x="3285052" y="126183"/>
                  </a:lnTo>
                  <a:lnTo>
                    <a:pt x="3298467" y="124103"/>
                  </a:lnTo>
                  <a:lnTo>
                    <a:pt x="3306740" y="119156"/>
                  </a:lnTo>
                  <a:lnTo>
                    <a:pt x="3299877" y="112499"/>
                  </a:lnTo>
                  <a:lnTo>
                    <a:pt x="3325133" y="104145"/>
                  </a:lnTo>
                  <a:lnTo>
                    <a:pt x="3381870" y="93567"/>
                  </a:lnTo>
                  <a:lnTo>
                    <a:pt x="3390826" y="93238"/>
                  </a:lnTo>
                  <a:lnTo>
                    <a:pt x="3401706" y="91302"/>
                  </a:lnTo>
                  <a:lnTo>
                    <a:pt x="3414028" y="76906"/>
                  </a:lnTo>
                  <a:lnTo>
                    <a:pt x="3417110" y="55804"/>
                  </a:lnTo>
                  <a:lnTo>
                    <a:pt x="3449924" y="882"/>
                  </a:lnTo>
                  <a:lnTo>
                    <a:pt x="345189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608416" y="5640134"/>
              <a:ext cx="8141" cy="4816"/>
            </a:xfrm>
            <a:custGeom>
              <a:avLst/>
              <a:pathLst>
                <a:path w="8141" h="4816">
                  <a:moveTo>
                    <a:pt x="3087" y="4502"/>
                  </a:moveTo>
                  <a:lnTo>
                    <a:pt x="8021" y="3113"/>
                  </a:lnTo>
                  <a:lnTo>
                    <a:pt x="8141" y="177"/>
                  </a:lnTo>
                  <a:lnTo>
                    <a:pt x="4896" y="0"/>
                  </a:lnTo>
                  <a:lnTo>
                    <a:pt x="0" y="2647"/>
                  </a:lnTo>
                  <a:lnTo>
                    <a:pt x="245" y="4816"/>
                  </a:lnTo>
                  <a:lnTo>
                    <a:pt x="3087" y="45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2" name="rc12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3" name="rc12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4" name="rc12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5" name="rc12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6" name="rc12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7" name="rc12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8" name="rc12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9" name="rc12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0" name="rc12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1" name="rc12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2" name="rc12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3" name="rc12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4" name="rc12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5" name="rc12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6" name="rc12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7" name="rc12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8" name="rc12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9" name="rc12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0" name="rc12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1" name="rc12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2" name="rc12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3" name="rc12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4" name="rc12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5" name="rc12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6" name="rc12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7" name="rc12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8" name="rc12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9" name="rc12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0" name="rc12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1" name="rc12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2" name="rc12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5" name="rc12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6" name="rc12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7" name="rc12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8" name="rc12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9" name="rc12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0" name="rc12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1" name="rc12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2" name="rc12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3" name="rc12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4" name="rc12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5" name="rc12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6" name="rc12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7" name="rc12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8" name="rc12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9" name="rc12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0" name="rc12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1" name="rc12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2" name="rc12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3" name="rc12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4" name="rc12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5" name="rc12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6" name="rc12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7" name="rc12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8" name="rc12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9" name="rc12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0" name="rc12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1" name="rc12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2" name="rc12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3" name="rc12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5" name="rc12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6" name="rc12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7" name="rc12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8" name="rc12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9" name="rc12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0" name="rc12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1" name="rc12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2" name="rc12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3" name="rc12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4" name="rc12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5" name="rc12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6" name="rc12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7" name="rc12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8" name="rc12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5" name="rc13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6" name="rc13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7" name="rc13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8" name="rc13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0" name="rc13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1" name="rc13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4" name="rc13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5" name="rc13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6" name="rc13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7" name="rc13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8" name="rc13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9" name="rc13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0" name="rc13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1" name="rc13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2" name="rc13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3" name="rc13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4" name="rc13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7" name="rc13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0" name="rc13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1" name="rc13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2" name="rc13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3" name="rc13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4" name="rc13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5" name="rc13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6" name="rc13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7" name="rc13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8" name="rc13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9" name="rc13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0" name="rc13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1" name="rc13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2" name="rc13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3" name="rc13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4" name="rc13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5" name="rc13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6" name="rc13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7" name="rc13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8" name="rc13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9" name="rc13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0" name="rc13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1" name="rc13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2" name="rc13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3" name="rc13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4" name="rc13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5" name="rc13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6" name="rc139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7" name="rc139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8" name="rc139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9" name="rc139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0" name="rc140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1" name="rc140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2" name="rc140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3" name="rc140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4" name="rc140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5" name="rc140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6" name="rc140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7" name="rc140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8" name="rc140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9" name="rc140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0" name="rc141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1" name="rc141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2" name="rc141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3" name="rc141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4" name="rc141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5" name="rc141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6" name="rc141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7" name="rc141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8" name="rc141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9" name="rc141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0" name="rc142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1" name="rc142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2" name="rc142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3" name="rc142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4" name="rc142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5" name="rc142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6" name="rc142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7" name="rc142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8" name="rc142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9" name="rc142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0" name="rc143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1" name="rc143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2" name="rc143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3" name="rc143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4" name="rc143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5" name="rc143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6" name="rc143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7" name="rc143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8" name="rc143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9" name="rc143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0" name="rc144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1" name="rc144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2" name="rc144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3" name="rc144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4" name="rc144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5" name="rc144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6" name="rc144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7" name="rc144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8" name="rc144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9" name="rc144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0" name="rc145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1" name="rc145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2" name="rc145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3" name="rc145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4" name="rc145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5" name="rc145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6" name="rc145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7" name="rc145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8" name="rc145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9" name="rc145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0" name="rc146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1" name="rc146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2" name="rc146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3" name="rc146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4" name="rc146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6" name="rc146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7" name="rc146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8" name="rc146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9" name="rc146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0" name="rc147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1" name="rc147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2" name="rc147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3" name="rc147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4" name="rc147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5" name="rc147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6" name="rc147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7" name="rc147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8" name="rc147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9" name="rc147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0" name="rc148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1" name="rc148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2" name="rc148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3" name="rc148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4" name="rc148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5" name="rc148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6" name="rc1486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7" name="rc1487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8" name="rc1488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9" name="rc1489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0" name="rc1490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1" name="rc1491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2" name="rc1492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3" name="rc1493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4" name="rc1494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5" name="rc1495"/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3675992" y="485784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4843873" y="431417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3064844" y="486234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2816917" y="507472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4635697" y="452525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4624539" y="452907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3617627" y="488869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2923311" y="499098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5224138" y="374062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4593871" y="460925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4586328" y="460424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3428718" y="488925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3517777" y="4914433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4750334" y="442224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3248458" y="482964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5755984" y="297872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5695389" y="319575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697081" y="318818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4578135" y="474626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3807967" y="475568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5764374" y="302104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5308174" y="353645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5240587" y="348585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6315652" y="287240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6316748" y="287030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3181293" y="4838053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123546" y="381808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5115404" y="380616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236913" y="399603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6653971" y="254542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5077225" y="363968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5910367" y="2842694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5867473" y="2869761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4977967" y="422776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4969215" y="4253201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5495878" y="324599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4154622" y="485149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4202904" y="485056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568579" y="322840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rc1535"/>
            <p:cNvSpPr/>
            <p:nvPr/>
          </p:nvSpPr>
          <p:spPr>
            <a:xfrm>
              <a:off x="2822127" y="508461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rc1536"/>
            <p:cNvSpPr/>
            <p:nvPr/>
          </p:nvSpPr>
          <p:spPr>
            <a:xfrm>
              <a:off x="3524907" y="4921359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rc1537"/>
            <p:cNvSpPr/>
            <p:nvPr/>
          </p:nvSpPr>
          <p:spPr>
            <a:xfrm>
              <a:off x="4586054" y="475432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rc1538"/>
            <p:cNvSpPr/>
            <p:nvPr/>
          </p:nvSpPr>
          <p:spPr>
            <a:xfrm>
              <a:off x="5106674" y="3805681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rc1539"/>
            <p:cNvSpPr/>
            <p:nvPr/>
          </p:nvSpPr>
          <p:spPr>
            <a:xfrm>
              <a:off x="5143057" y="3697881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rc1540"/>
            <p:cNvSpPr/>
            <p:nvPr/>
          </p:nvSpPr>
          <p:spPr>
            <a:xfrm>
              <a:off x="5138863" y="380059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rc1541"/>
            <p:cNvSpPr/>
            <p:nvPr/>
          </p:nvSpPr>
          <p:spPr>
            <a:xfrm>
              <a:off x="5764175" y="2987136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rc1542"/>
            <p:cNvSpPr/>
            <p:nvPr/>
          </p:nvSpPr>
          <p:spPr>
            <a:xfrm>
              <a:off x="5916577" y="2856313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2882250" y="4927853"/>
              <a:ext cx="3674" cy="207552"/>
            </a:xfrm>
            <a:custGeom>
              <a:avLst/>
              <a:pathLst>
                <a:path w="3674" h="207552">
                  <a:moveTo>
                    <a:pt x="0" y="0"/>
                  </a:moveTo>
                  <a:lnTo>
                    <a:pt x="3674" y="20755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3459099" y="4644472"/>
              <a:ext cx="125021" cy="328267"/>
            </a:xfrm>
            <a:custGeom>
              <a:avLst/>
              <a:pathLst>
                <a:path w="125021" h="328267">
                  <a:moveTo>
                    <a:pt x="0" y="0"/>
                  </a:moveTo>
                  <a:lnTo>
                    <a:pt x="125021" y="32826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4468118" y="4564007"/>
              <a:ext cx="173779" cy="242905"/>
            </a:xfrm>
            <a:custGeom>
              <a:avLst/>
              <a:pathLst>
                <a:path w="173779" h="242905">
                  <a:moveTo>
                    <a:pt x="0" y="0"/>
                  </a:moveTo>
                  <a:lnTo>
                    <a:pt x="173779" y="2429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5785191" y="2838477"/>
              <a:ext cx="40372" cy="199621"/>
            </a:xfrm>
            <a:custGeom>
              <a:avLst/>
              <a:pathLst>
                <a:path w="40372" h="199621">
                  <a:moveTo>
                    <a:pt x="0" y="0"/>
                  </a:moveTo>
                  <a:lnTo>
                    <a:pt x="40372" y="19962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5864123" y="2615021"/>
              <a:ext cx="111659" cy="292673"/>
            </a:xfrm>
            <a:custGeom>
              <a:avLst/>
              <a:pathLst>
                <a:path w="111659" h="292673">
                  <a:moveTo>
                    <a:pt x="0" y="0"/>
                  </a:moveTo>
                  <a:lnTo>
                    <a:pt x="111659" y="29267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8"/>
            <p:cNvSpPr/>
            <p:nvPr/>
          </p:nvSpPr>
          <p:spPr>
            <a:xfrm>
              <a:off x="2618628" y="4735921"/>
              <a:ext cx="527243" cy="191932"/>
            </a:xfrm>
            <a:custGeom>
              <a:avLst/>
              <a:pathLst>
                <a:path w="527243" h="191932">
                  <a:moveTo>
                    <a:pt x="27432" y="191932"/>
                  </a:moveTo>
                  <a:lnTo>
                    <a:pt x="499811" y="191932"/>
                  </a:lnTo>
                  <a:lnTo>
                    <a:pt x="498706" y="191910"/>
                  </a:lnTo>
                  <a:lnTo>
                    <a:pt x="503117" y="191732"/>
                  </a:lnTo>
                  <a:lnTo>
                    <a:pt x="507443" y="190849"/>
                  </a:lnTo>
                  <a:lnTo>
                    <a:pt x="511570" y="189284"/>
                  </a:lnTo>
                  <a:lnTo>
                    <a:pt x="515394" y="187076"/>
                  </a:lnTo>
                  <a:lnTo>
                    <a:pt x="518813" y="184284"/>
                  </a:lnTo>
                  <a:lnTo>
                    <a:pt x="521741" y="180980"/>
                  </a:lnTo>
                  <a:lnTo>
                    <a:pt x="524100" y="177248"/>
                  </a:lnTo>
                  <a:lnTo>
                    <a:pt x="525831" y="173187"/>
                  </a:lnTo>
                  <a:lnTo>
                    <a:pt x="526887" y="168900"/>
                  </a:lnTo>
                  <a:lnTo>
                    <a:pt x="527243" y="164500"/>
                  </a:lnTo>
                  <a:lnTo>
                    <a:pt x="527243" y="27432"/>
                  </a:lnTo>
                  <a:lnTo>
                    <a:pt x="526887" y="23031"/>
                  </a:lnTo>
                  <a:lnTo>
                    <a:pt x="525831" y="18745"/>
                  </a:lnTo>
                  <a:lnTo>
                    <a:pt x="524100" y="14683"/>
                  </a:lnTo>
                  <a:lnTo>
                    <a:pt x="521741" y="10952"/>
                  </a:lnTo>
                  <a:lnTo>
                    <a:pt x="518813" y="7647"/>
                  </a:lnTo>
                  <a:lnTo>
                    <a:pt x="515394" y="4855"/>
                  </a:lnTo>
                  <a:lnTo>
                    <a:pt x="511570" y="2648"/>
                  </a:lnTo>
                  <a:lnTo>
                    <a:pt x="507443" y="1083"/>
                  </a:lnTo>
                  <a:lnTo>
                    <a:pt x="503117" y="200"/>
                  </a:lnTo>
                  <a:lnTo>
                    <a:pt x="499811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tx1549"/>
            <p:cNvSpPr/>
            <p:nvPr/>
          </p:nvSpPr>
          <p:spPr>
            <a:xfrm>
              <a:off x="2664348" y="4781641"/>
              <a:ext cx="435803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550" name="pg1550"/>
            <p:cNvSpPr/>
            <p:nvPr/>
          </p:nvSpPr>
          <p:spPr>
            <a:xfrm>
              <a:off x="3192592" y="4452539"/>
              <a:ext cx="519562" cy="191932"/>
            </a:xfrm>
            <a:custGeom>
              <a:avLst/>
              <a:pathLst>
                <a:path w="519562" h="191932">
                  <a:moveTo>
                    <a:pt x="27431" y="191932"/>
                  </a:moveTo>
                  <a:lnTo>
                    <a:pt x="492130" y="191932"/>
                  </a:lnTo>
                  <a:lnTo>
                    <a:pt x="491025" y="191910"/>
                  </a:lnTo>
                  <a:lnTo>
                    <a:pt x="495436" y="191732"/>
                  </a:lnTo>
                  <a:lnTo>
                    <a:pt x="499762" y="190849"/>
                  </a:lnTo>
                  <a:lnTo>
                    <a:pt x="503889" y="189284"/>
                  </a:lnTo>
                  <a:lnTo>
                    <a:pt x="507713" y="187076"/>
                  </a:lnTo>
                  <a:lnTo>
                    <a:pt x="511132" y="184284"/>
                  </a:lnTo>
                  <a:lnTo>
                    <a:pt x="514060" y="180980"/>
                  </a:lnTo>
                  <a:lnTo>
                    <a:pt x="516419" y="177248"/>
                  </a:lnTo>
                  <a:lnTo>
                    <a:pt x="518150" y="173187"/>
                  </a:lnTo>
                  <a:lnTo>
                    <a:pt x="519206" y="168900"/>
                  </a:lnTo>
                  <a:lnTo>
                    <a:pt x="519562" y="164500"/>
                  </a:lnTo>
                  <a:lnTo>
                    <a:pt x="519562" y="27431"/>
                  </a:lnTo>
                  <a:lnTo>
                    <a:pt x="519206" y="23031"/>
                  </a:lnTo>
                  <a:lnTo>
                    <a:pt x="518150" y="18745"/>
                  </a:lnTo>
                  <a:lnTo>
                    <a:pt x="516419" y="14683"/>
                  </a:lnTo>
                  <a:lnTo>
                    <a:pt x="514060" y="10952"/>
                  </a:lnTo>
                  <a:lnTo>
                    <a:pt x="511132" y="7647"/>
                  </a:lnTo>
                  <a:lnTo>
                    <a:pt x="507713" y="4855"/>
                  </a:lnTo>
                  <a:lnTo>
                    <a:pt x="503889" y="2648"/>
                  </a:lnTo>
                  <a:lnTo>
                    <a:pt x="499762" y="1083"/>
                  </a:lnTo>
                  <a:lnTo>
                    <a:pt x="495436" y="200"/>
                  </a:lnTo>
                  <a:lnTo>
                    <a:pt x="49213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tx1551"/>
            <p:cNvSpPr/>
            <p:nvPr/>
          </p:nvSpPr>
          <p:spPr>
            <a:xfrm>
              <a:off x="3238312" y="4498259"/>
              <a:ext cx="428122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552" name="pg1552"/>
            <p:cNvSpPr/>
            <p:nvPr/>
          </p:nvSpPr>
          <p:spPr>
            <a:xfrm>
              <a:off x="4170412" y="4372075"/>
              <a:ext cx="511698" cy="191932"/>
            </a:xfrm>
            <a:custGeom>
              <a:avLst/>
              <a:pathLst>
                <a:path w="511698" h="191932">
                  <a:moveTo>
                    <a:pt x="27432" y="191932"/>
                  </a:moveTo>
                  <a:lnTo>
                    <a:pt x="484266" y="191932"/>
                  </a:lnTo>
                  <a:lnTo>
                    <a:pt x="483161" y="191910"/>
                  </a:lnTo>
                  <a:lnTo>
                    <a:pt x="487572" y="191732"/>
                  </a:lnTo>
                  <a:lnTo>
                    <a:pt x="491898" y="190849"/>
                  </a:lnTo>
                  <a:lnTo>
                    <a:pt x="496026" y="189284"/>
                  </a:lnTo>
                  <a:lnTo>
                    <a:pt x="499849" y="187076"/>
                  </a:lnTo>
                  <a:lnTo>
                    <a:pt x="503269" y="184284"/>
                  </a:lnTo>
                  <a:lnTo>
                    <a:pt x="506196" y="180980"/>
                  </a:lnTo>
                  <a:lnTo>
                    <a:pt x="508556" y="177248"/>
                  </a:lnTo>
                  <a:lnTo>
                    <a:pt x="510286" y="173187"/>
                  </a:lnTo>
                  <a:lnTo>
                    <a:pt x="511343" y="168900"/>
                  </a:lnTo>
                  <a:lnTo>
                    <a:pt x="511698" y="164500"/>
                  </a:lnTo>
                  <a:lnTo>
                    <a:pt x="511698" y="27432"/>
                  </a:lnTo>
                  <a:lnTo>
                    <a:pt x="511343" y="23031"/>
                  </a:lnTo>
                  <a:lnTo>
                    <a:pt x="510286" y="18745"/>
                  </a:lnTo>
                  <a:lnTo>
                    <a:pt x="508556" y="14683"/>
                  </a:lnTo>
                  <a:lnTo>
                    <a:pt x="506196" y="10952"/>
                  </a:lnTo>
                  <a:lnTo>
                    <a:pt x="503269" y="7647"/>
                  </a:lnTo>
                  <a:lnTo>
                    <a:pt x="499849" y="4855"/>
                  </a:lnTo>
                  <a:lnTo>
                    <a:pt x="496026" y="2648"/>
                  </a:lnTo>
                  <a:lnTo>
                    <a:pt x="491898" y="1083"/>
                  </a:lnTo>
                  <a:lnTo>
                    <a:pt x="487572" y="200"/>
                  </a:lnTo>
                  <a:lnTo>
                    <a:pt x="484266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tx1553"/>
            <p:cNvSpPr/>
            <p:nvPr/>
          </p:nvSpPr>
          <p:spPr>
            <a:xfrm>
              <a:off x="4216132" y="4417795"/>
              <a:ext cx="420258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554" name="pg1554"/>
            <p:cNvSpPr/>
            <p:nvPr/>
          </p:nvSpPr>
          <p:spPr>
            <a:xfrm>
              <a:off x="5234722" y="2706428"/>
              <a:ext cx="550468" cy="191932"/>
            </a:xfrm>
            <a:custGeom>
              <a:avLst/>
              <a:pathLst>
                <a:path w="550468" h="191932">
                  <a:moveTo>
                    <a:pt x="27431" y="191932"/>
                  </a:moveTo>
                  <a:lnTo>
                    <a:pt x="523036" y="191932"/>
                  </a:lnTo>
                  <a:lnTo>
                    <a:pt x="521932" y="191910"/>
                  </a:lnTo>
                  <a:lnTo>
                    <a:pt x="526343" y="191732"/>
                  </a:lnTo>
                  <a:lnTo>
                    <a:pt x="530668" y="190849"/>
                  </a:lnTo>
                  <a:lnTo>
                    <a:pt x="534796" y="189284"/>
                  </a:lnTo>
                  <a:lnTo>
                    <a:pt x="538619" y="187076"/>
                  </a:lnTo>
                  <a:lnTo>
                    <a:pt x="542039" y="184284"/>
                  </a:lnTo>
                  <a:lnTo>
                    <a:pt x="544967" y="180980"/>
                  </a:lnTo>
                  <a:lnTo>
                    <a:pt x="547326" y="177248"/>
                  </a:lnTo>
                  <a:lnTo>
                    <a:pt x="549057" y="173187"/>
                  </a:lnTo>
                  <a:lnTo>
                    <a:pt x="550113" y="168900"/>
                  </a:lnTo>
                  <a:lnTo>
                    <a:pt x="550468" y="164500"/>
                  </a:lnTo>
                  <a:lnTo>
                    <a:pt x="550468" y="27432"/>
                  </a:lnTo>
                  <a:lnTo>
                    <a:pt x="550113" y="23031"/>
                  </a:lnTo>
                  <a:lnTo>
                    <a:pt x="549057" y="18745"/>
                  </a:lnTo>
                  <a:lnTo>
                    <a:pt x="547326" y="14683"/>
                  </a:lnTo>
                  <a:lnTo>
                    <a:pt x="544967" y="10952"/>
                  </a:lnTo>
                  <a:lnTo>
                    <a:pt x="542039" y="7647"/>
                  </a:lnTo>
                  <a:lnTo>
                    <a:pt x="538619" y="4855"/>
                  </a:lnTo>
                  <a:lnTo>
                    <a:pt x="534796" y="2648"/>
                  </a:lnTo>
                  <a:lnTo>
                    <a:pt x="530668" y="1083"/>
                  </a:lnTo>
                  <a:lnTo>
                    <a:pt x="526343" y="200"/>
                  </a:lnTo>
                  <a:lnTo>
                    <a:pt x="523036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tx1555"/>
            <p:cNvSpPr/>
            <p:nvPr/>
          </p:nvSpPr>
          <p:spPr>
            <a:xfrm>
              <a:off x="5280442" y="2752148"/>
              <a:ext cx="459028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556" name="pg1556"/>
            <p:cNvSpPr/>
            <p:nvPr/>
          </p:nvSpPr>
          <p:spPr>
            <a:xfrm>
              <a:off x="5578899" y="2423089"/>
              <a:ext cx="558332" cy="191932"/>
            </a:xfrm>
            <a:custGeom>
              <a:avLst/>
              <a:pathLst>
                <a:path w="558332" h="191932">
                  <a:moveTo>
                    <a:pt x="27432" y="191932"/>
                  </a:moveTo>
                  <a:lnTo>
                    <a:pt x="530900" y="191932"/>
                  </a:lnTo>
                  <a:lnTo>
                    <a:pt x="529796" y="191910"/>
                  </a:lnTo>
                  <a:lnTo>
                    <a:pt x="534207" y="191732"/>
                  </a:lnTo>
                  <a:lnTo>
                    <a:pt x="538532" y="190849"/>
                  </a:lnTo>
                  <a:lnTo>
                    <a:pt x="542660" y="189284"/>
                  </a:lnTo>
                  <a:lnTo>
                    <a:pt x="546483" y="187076"/>
                  </a:lnTo>
                  <a:lnTo>
                    <a:pt x="549903" y="184284"/>
                  </a:lnTo>
                  <a:lnTo>
                    <a:pt x="552830" y="180980"/>
                  </a:lnTo>
                  <a:lnTo>
                    <a:pt x="555190" y="177248"/>
                  </a:lnTo>
                  <a:lnTo>
                    <a:pt x="556920" y="173187"/>
                  </a:lnTo>
                  <a:lnTo>
                    <a:pt x="557977" y="168900"/>
                  </a:lnTo>
                  <a:lnTo>
                    <a:pt x="558332" y="164500"/>
                  </a:lnTo>
                  <a:lnTo>
                    <a:pt x="558332" y="27431"/>
                  </a:lnTo>
                  <a:lnTo>
                    <a:pt x="557977" y="23031"/>
                  </a:lnTo>
                  <a:lnTo>
                    <a:pt x="556920" y="18745"/>
                  </a:lnTo>
                  <a:lnTo>
                    <a:pt x="555190" y="14683"/>
                  </a:lnTo>
                  <a:lnTo>
                    <a:pt x="552830" y="10952"/>
                  </a:lnTo>
                  <a:lnTo>
                    <a:pt x="549903" y="7647"/>
                  </a:lnTo>
                  <a:lnTo>
                    <a:pt x="546483" y="4855"/>
                  </a:lnTo>
                  <a:lnTo>
                    <a:pt x="542660" y="2648"/>
                  </a:lnTo>
                  <a:lnTo>
                    <a:pt x="538532" y="1083"/>
                  </a:lnTo>
                  <a:lnTo>
                    <a:pt x="534207" y="200"/>
                  </a:lnTo>
                  <a:lnTo>
                    <a:pt x="53090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tx1557"/>
            <p:cNvSpPr/>
            <p:nvPr/>
          </p:nvSpPr>
          <p:spPr>
            <a:xfrm>
              <a:off x="5624619" y="2468809"/>
              <a:ext cx="466892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558" name="pl1558"/>
            <p:cNvSpPr/>
            <p:nvPr/>
          </p:nvSpPr>
          <p:spPr>
            <a:xfrm>
              <a:off x="2572908" y="2077614"/>
              <a:ext cx="0" cy="3643333"/>
            </a:xfrm>
            <a:custGeom>
              <a:avLst/>
              <a:pathLst>
                <a:path w="0" h="3643333">
                  <a:moveTo>
                    <a:pt x="0" y="364333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tx1559"/>
            <p:cNvSpPr/>
            <p:nvPr/>
          </p:nvSpPr>
          <p:spPr>
            <a:xfrm>
              <a:off x="2260556" y="553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560" name="tx1560"/>
            <p:cNvSpPr/>
            <p:nvPr/>
          </p:nvSpPr>
          <p:spPr>
            <a:xfrm>
              <a:off x="2384914" y="552142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61" name="tx1561"/>
            <p:cNvSpPr/>
            <p:nvPr/>
          </p:nvSpPr>
          <p:spPr>
            <a:xfrm>
              <a:off x="2429628" y="5539809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562" name="tx1562"/>
            <p:cNvSpPr/>
            <p:nvPr/>
          </p:nvSpPr>
          <p:spPr>
            <a:xfrm>
              <a:off x="2260556" y="483907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563" name="tx1563"/>
            <p:cNvSpPr/>
            <p:nvPr/>
          </p:nvSpPr>
          <p:spPr>
            <a:xfrm>
              <a:off x="2384914" y="482069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64" name="tx1564"/>
            <p:cNvSpPr/>
            <p:nvPr/>
          </p:nvSpPr>
          <p:spPr>
            <a:xfrm>
              <a:off x="2429628" y="4839076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565" name="tx1565"/>
            <p:cNvSpPr/>
            <p:nvPr/>
          </p:nvSpPr>
          <p:spPr>
            <a:xfrm>
              <a:off x="2260556" y="41384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35</a:t>
              </a:r>
            </a:p>
          </p:txBody>
        </p:sp>
        <p:sp>
          <p:nvSpPr>
            <p:cNvPr id="1566" name="tx1566"/>
            <p:cNvSpPr/>
            <p:nvPr/>
          </p:nvSpPr>
          <p:spPr>
            <a:xfrm>
              <a:off x="2384914" y="41200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67" name="tx1567"/>
            <p:cNvSpPr/>
            <p:nvPr/>
          </p:nvSpPr>
          <p:spPr>
            <a:xfrm>
              <a:off x="2429628" y="4138435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568" name="tx1568"/>
            <p:cNvSpPr/>
            <p:nvPr/>
          </p:nvSpPr>
          <p:spPr>
            <a:xfrm>
              <a:off x="2260556" y="343779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569" name="tx1569"/>
            <p:cNvSpPr/>
            <p:nvPr/>
          </p:nvSpPr>
          <p:spPr>
            <a:xfrm>
              <a:off x="2384914" y="341941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70" name="tx1570"/>
            <p:cNvSpPr/>
            <p:nvPr/>
          </p:nvSpPr>
          <p:spPr>
            <a:xfrm>
              <a:off x="2429628" y="3437794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571" name="tx1571"/>
            <p:cNvSpPr/>
            <p:nvPr/>
          </p:nvSpPr>
          <p:spPr>
            <a:xfrm>
              <a:off x="2260556" y="273724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1572" name="tx1572"/>
            <p:cNvSpPr/>
            <p:nvPr/>
          </p:nvSpPr>
          <p:spPr>
            <a:xfrm>
              <a:off x="2384914" y="271886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73" name="tx1573"/>
            <p:cNvSpPr/>
            <p:nvPr/>
          </p:nvSpPr>
          <p:spPr>
            <a:xfrm>
              <a:off x="2429628" y="2737244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574" name="tx1574"/>
            <p:cNvSpPr/>
            <p:nvPr/>
          </p:nvSpPr>
          <p:spPr>
            <a:xfrm>
              <a:off x="2260556" y="20365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575" name="tx1575"/>
            <p:cNvSpPr/>
            <p:nvPr/>
          </p:nvSpPr>
          <p:spPr>
            <a:xfrm>
              <a:off x="2384914" y="201813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76" name="tx1576"/>
            <p:cNvSpPr/>
            <p:nvPr/>
          </p:nvSpPr>
          <p:spPr>
            <a:xfrm>
              <a:off x="2429628" y="2036512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577" name="pl1577"/>
            <p:cNvSpPr/>
            <p:nvPr/>
          </p:nvSpPr>
          <p:spPr>
            <a:xfrm>
              <a:off x="2538114" y="55808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2538114" y="48801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2538114" y="41795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2538114" y="34788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2538114" y="27782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2538114" y="20776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2572908" y="5720948"/>
              <a:ext cx="4476454" cy="0"/>
            </a:xfrm>
            <a:custGeom>
              <a:avLst/>
              <a:pathLst>
                <a:path w="4476454" h="0">
                  <a:moveTo>
                    <a:pt x="0" y="0"/>
                  </a:moveTo>
                  <a:lnTo>
                    <a:pt x="447645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2572908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3132465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3692022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4251579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4811136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5370692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5930249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6489806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7049363" y="572094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tx1593"/>
            <p:cNvSpPr/>
            <p:nvPr/>
          </p:nvSpPr>
          <p:spPr>
            <a:xfrm>
              <a:off x="2404567" y="578357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594" name="tx1594"/>
            <p:cNvSpPr/>
            <p:nvPr/>
          </p:nvSpPr>
          <p:spPr>
            <a:xfrm>
              <a:off x="2591105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95" name="tx1595"/>
            <p:cNvSpPr/>
            <p:nvPr/>
          </p:nvSpPr>
          <p:spPr>
            <a:xfrm>
              <a:off x="2635819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596" name="tx1596"/>
            <p:cNvSpPr/>
            <p:nvPr/>
          </p:nvSpPr>
          <p:spPr>
            <a:xfrm>
              <a:off x="2979715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95</a:t>
              </a:r>
            </a:p>
          </p:txBody>
        </p:sp>
        <p:sp>
          <p:nvSpPr>
            <p:cNvPr id="1597" name="tx1597"/>
            <p:cNvSpPr/>
            <p:nvPr/>
          </p:nvSpPr>
          <p:spPr>
            <a:xfrm>
              <a:off x="3135071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98" name="tx1598"/>
            <p:cNvSpPr/>
            <p:nvPr/>
          </p:nvSpPr>
          <p:spPr>
            <a:xfrm>
              <a:off x="3179785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599" name="tx1599"/>
            <p:cNvSpPr/>
            <p:nvPr/>
          </p:nvSpPr>
          <p:spPr>
            <a:xfrm>
              <a:off x="3539271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90</a:t>
              </a:r>
            </a:p>
          </p:txBody>
        </p:sp>
        <p:sp>
          <p:nvSpPr>
            <p:cNvPr id="1600" name="tx1600"/>
            <p:cNvSpPr/>
            <p:nvPr/>
          </p:nvSpPr>
          <p:spPr>
            <a:xfrm>
              <a:off x="3694628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01" name="tx1601"/>
            <p:cNvSpPr/>
            <p:nvPr/>
          </p:nvSpPr>
          <p:spPr>
            <a:xfrm>
              <a:off x="3739342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02" name="tx1602"/>
            <p:cNvSpPr/>
            <p:nvPr/>
          </p:nvSpPr>
          <p:spPr>
            <a:xfrm>
              <a:off x="4098828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85</a:t>
              </a:r>
            </a:p>
          </p:txBody>
        </p:sp>
        <p:sp>
          <p:nvSpPr>
            <p:cNvPr id="1603" name="tx1603"/>
            <p:cNvSpPr/>
            <p:nvPr/>
          </p:nvSpPr>
          <p:spPr>
            <a:xfrm>
              <a:off x="4254185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04" name="tx1604"/>
            <p:cNvSpPr/>
            <p:nvPr/>
          </p:nvSpPr>
          <p:spPr>
            <a:xfrm>
              <a:off x="4298899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05" name="tx1605"/>
            <p:cNvSpPr/>
            <p:nvPr/>
          </p:nvSpPr>
          <p:spPr>
            <a:xfrm>
              <a:off x="4658385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80</a:t>
              </a:r>
            </a:p>
          </p:txBody>
        </p:sp>
        <p:sp>
          <p:nvSpPr>
            <p:cNvPr id="1606" name="tx1606"/>
            <p:cNvSpPr/>
            <p:nvPr/>
          </p:nvSpPr>
          <p:spPr>
            <a:xfrm>
              <a:off x="4813742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07" name="tx1607"/>
            <p:cNvSpPr/>
            <p:nvPr/>
          </p:nvSpPr>
          <p:spPr>
            <a:xfrm>
              <a:off x="4858456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08" name="tx1608"/>
            <p:cNvSpPr/>
            <p:nvPr/>
          </p:nvSpPr>
          <p:spPr>
            <a:xfrm>
              <a:off x="5217942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75</a:t>
              </a:r>
            </a:p>
          </p:txBody>
        </p:sp>
        <p:sp>
          <p:nvSpPr>
            <p:cNvPr id="1609" name="tx1609"/>
            <p:cNvSpPr/>
            <p:nvPr/>
          </p:nvSpPr>
          <p:spPr>
            <a:xfrm>
              <a:off x="5373298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10" name="tx1610"/>
            <p:cNvSpPr/>
            <p:nvPr/>
          </p:nvSpPr>
          <p:spPr>
            <a:xfrm>
              <a:off x="5418013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11" name="tx1611"/>
            <p:cNvSpPr/>
            <p:nvPr/>
          </p:nvSpPr>
          <p:spPr>
            <a:xfrm>
              <a:off x="5777499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70</a:t>
              </a:r>
            </a:p>
          </p:txBody>
        </p:sp>
        <p:sp>
          <p:nvSpPr>
            <p:cNvPr id="1612" name="tx1612"/>
            <p:cNvSpPr/>
            <p:nvPr/>
          </p:nvSpPr>
          <p:spPr>
            <a:xfrm>
              <a:off x="5932855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13" name="tx1613"/>
            <p:cNvSpPr/>
            <p:nvPr/>
          </p:nvSpPr>
          <p:spPr>
            <a:xfrm>
              <a:off x="5977569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14" name="tx1614"/>
            <p:cNvSpPr/>
            <p:nvPr/>
          </p:nvSpPr>
          <p:spPr>
            <a:xfrm>
              <a:off x="6337056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65</a:t>
              </a:r>
            </a:p>
          </p:txBody>
        </p:sp>
        <p:sp>
          <p:nvSpPr>
            <p:cNvPr id="1615" name="tx1615"/>
            <p:cNvSpPr/>
            <p:nvPr/>
          </p:nvSpPr>
          <p:spPr>
            <a:xfrm>
              <a:off x="6492412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16" name="tx1616"/>
            <p:cNvSpPr/>
            <p:nvPr/>
          </p:nvSpPr>
          <p:spPr>
            <a:xfrm>
              <a:off x="6537126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17" name="tx1617"/>
            <p:cNvSpPr/>
            <p:nvPr/>
          </p:nvSpPr>
          <p:spPr>
            <a:xfrm>
              <a:off x="6896612" y="578357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60</a:t>
              </a:r>
            </a:p>
          </p:txBody>
        </p:sp>
        <p:sp>
          <p:nvSpPr>
            <p:cNvPr id="1618" name="tx1618"/>
            <p:cNvSpPr/>
            <p:nvPr/>
          </p:nvSpPr>
          <p:spPr>
            <a:xfrm>
              <a:off x="7051969" y="57651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19" name="tx1619"/>
            <p:cNvSpPr/>
            <p:nvPr/>
          </p:nvSpPr>
          <p:spPr>
            <a:xfrm>
              <a:off x="7096683" y="5783578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20" name="tx1620"/>
            <p:cNvSpPr/>
            <p:nvPr/>
          </p:nvSpPr>
          <p:spPr>
            <a:xfrm>
              <a:off x="4504217" y="5925448"/>
              <a:ext cx="61383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1621" name="tx1621"/>
            <p:cNvSpPr/>
            <p:nvPr/>
          </p:nvSpPr>
          <p:spPr>
            <a:xfrm rot="-5400000">
              <a:off x="1896166" y="3849172"/>
              <a:ext cx="49715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1622" name="tx1622"/>
            <p:cNvSpPr/>
            <p:nvPr/>
          </p:nvSpPr>
          <p:spPr>
            <a:xfrm>
              <a:off x="2572908" y="1669789"/>
              <a:ext cx="372480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Map of Seascape Populations &amp; Experimental </a:t>
              </a:r>
            </a:p>
          </p:txBody>
        </p:sp>
        <p:sp>
          <p:nvSpPr>
            <p:cNvPr id="1623" name="tx1623"/>
            <p:cNvSpPr/>
            <p:nvPr/>
          </p:nvSpPr>
          <p:spPr>
            <a:xfrm>
              <a:off x="2572908" y="1850840"/>
              <a:ext cx="94978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Source Sites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48127" y="1600200"/>
              <a:ext cx="5847744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289166" y="1896563"/>
              <a:ext cx="3917565" cy="38244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060472" y="2084613"/>
              <a:ext cx="112623" cy="211773"/>
            </a:xfrm>
            <a:custGeom>
              <a:avLst/>
              <a:pathLst>
                <a:path w="112623" h="211773">
                  <a:moveTo>
                    <a:pt x="2065" y="211773"/>
                  </a:moveTo>
                  <a:lnTo>
                    <a:pt x="92269" y="64079"/>
                  </a:lnTo>
                  <a:lnTo>
                    <a:pt x="112623" y="0"/>
                  </a:lnTo>
                  <a:lnTo>
                    <a:pt x="0" y="183378"/>
                  </a:lnTo>
                  <a:lnTo>
                    <a:pt x="2065" y="2117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194970" y="3497801"/>
              <a:ext cx="215821" cy="415685"/>
            </a:xfrm>
            <a:custGeom>
              <a:avLst/>
              <a:pathLst>
                <a:path w="215821" h="415685">
                  <a:moveTo>
                    <a:pt x="117318" y="220301"/>
                  </a:moveTo>
                  <a:lnTo>
                    <a:pt x="96926" y="254318"/>
                  </a:lnTo>
                  <a:lnTo>
                    <a:pt x="0" y="415685"/>
                  </a:lnTo>
                  <a:lnTo>
                    <a:pt x="34962" y="399868"/>
                  </a:lnTo>
                  <a:lnTo>
                    <a:pt x="117430" y="251555"/>
                  </a:lnTo>
                  <a:lnTo>
                    <a:pt x="134818" y="220206"/>
                  </a:lnTo>
                  <a:lnTo>
                    <a:pt x="186341" y="114724"/>
                  </a:lnTo>
                  <a:lnTo>
                    <a:pt x="215821" y="0"/>
                  </a:lnTo>
                  <a:lnTo>
                    <a:pt x="185440" y="56599"/>
                  </a:lnTo>
                  <a:lnTo>
                    <a:pt x="117318" y="2203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147820" y="5516533"/>
              <a:ext cx="101935" cy="186280"/>
            </a:xfrm>
            <a:custGeom>
              <a:avLst/>
              <a:pathLst>
                <a:path w="101935" h="186280">
                  <a:moveTo>
                    <a:pt x="15596" y="186280"/>
                  </a:moveTo>
                  <a:lnTo>
                    <a:pt x="0" y="93523"/>
                  </a:lnTo>
                  <a:lnTo>
                    <a:pt x="4919" y="0"/>
                  </a:lnTo>
                  <a:lnTo>
                    <a:pt x="17237" y="79087"/>
                  </a:lnTo>
                  <a:lnTo>
                    <a:pt x="47017" y="150123"/>
                  </a:lnTo>
                  <a:lnTo>
                    <a:pt x="101935" y="1850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62218" y="5097035"/>
              <a:ext cx="592216" cy="603094"/>
            </a:xfrm>
            <a:custGeom>
              <a:avLst/>
              <a:pathLst>
                <a:path w="592216" h="603094">
                  <a:moveTo>
                    <a:pt x="0" y="603094"/>
                  </a:moveTo>
                  <a:lnTo>
                    <a:pt x="28424" y="576766"/>
                  </a:lnTo>
                  <a:lnTo>
                    <a:pt x="59668" y="512782"/>
                  </a:lnTo>
                  <a:lnTo>
                    <a:pt x="107737" y="508256"/>
                  </a:lnTo>
                  <a:lnTo>
                    <a:pt x="179878" y="529886"/>
                  </a:lnTo>
                  <a:lnTo>
                    <a:pt x="146643" y="457802"/>
                  </a:lnTo>
                  <a:lnTo>
                    <a:pt x="184197" y="480241"/>
                  </a:lnTo>
                  <a:lnTo>
                    <a:pt x="239401" y="500871"/>
                  </a:lnTo>
                  <a:lnTo>
                    <a:pt x="246273" y="433218"/>
                  </a:lnTo>
                  <a:lnTo>
                    <a:pt x="241053" y="370567"/>
                  </a:lnTo>
                  <a:lnTo>
                    <a:pt x="312668" y="414256"/>
                  </a:lnTo>
                  <a:lnTo>
                    <a:pt x="393071" y="439173"/>
                  </a:lnTo>
                  <a:lnTo>
                    <a:pt x="444745" y="471666"/>
                  </a:lnTo>
                  <a:lnTo>
                    <a:pt x="493152" y="532982"/>
                  </a:lnTo>
                  <a:lnTo>
                    <a:pt x="457363" y="381716"/>
                  </a:lnTo>
                  <a:lnTo>
                    <a:pt x="412561" y="269373"/>
                  </a:lnTo>
                  <a:lnTo>
                    <a:pt x="371327" y="224351"/>
                  </a:lnTo>
                  <a:lnTo>
                    <a:pt x="360324" y="180805"/>
                  </a:lnTo>
                  <a:lnTo>
                    <a:pt x="380566" y="105100"/>
                  </a:lnTo>
                  <a:lnTo>
                    <a:pt x="385711" y="85900"/>
                  </a:lnTo>
                  <a:lnTo>
                    <a:pt x="375195" y="57695"/>
                  </a:lnTo>
                  <a:lnTo>
                    <a:pt x="381429" y="20962"/>
                  </a:lnTo>
                  <a:lnTo>
                    <a:pt x="395925" y="0"/>
                  </a:lnTo>
                  <a:lnTo>
                    <a:pt x="417932" y="25774"/>
                  </a:lnTo>
                  <a:lnTo>
                    <a:pt x="436633" y="90331"/>
                  </a:lnTo>
                  <a:lnTo>
                    <a:pt x="440088" y="105958"/>
                  </a:lnTo>
                  <a:lnTo>
                    <a:pt x="501076" y="378619"/>
                  </a:lnTo>
                  <a:lnTo>
                    <a:pt x="563791" y="541892"/>
                  </a:lnTo>
                  <a:lnTo>
                    <a:pt x="592216" y="5983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06637" y="1896563"/>
              <a:ext cx="1751847" cy="3798672"/>
            </a:xfrm>
            <a:custGeom>
              <a:avLst/>
              <a:pathLst>
                <a:path w="1751847" h="3798672">
                  <a:moveTo>
                    <a:pt x="1276986" y="3798672"/>
                  </a:moveTo>
                  <a:lnTo>
                    <a:pt x="1196576" y="3619874"/>
                  </a:lnTo>
                  <a:lnTo>
                    <a:pt x="1120004" y="3306335"/>
                  </a:lnTo>
                  <a:lnTo>
                    <a:pt x="1094618" y="3202473"/>
                  </a:lnTo>
                  <a:lnTo>
                    <a:pt x="1055299" y="3096610"/>
                  </a:lnTo>
                  <a:lnTo>
                    <a:pt x="1036222" y="3002515"/>
                  </a:lnTo>
                  <a:lnTo>
                    <a:pt x="1010798" y="2953062"/>
                  </a:lnTo>
                  <a:lnTo>
                    <a:pt x="899601" y="2935529"/>
                  </a:lnTo>
                  <a:lnTo>
                    <a:pt x="822503" y="2914042"/>
                  </a:lnTo>
                  <a:lnTo>
                    <a:pt x="703044" y="2975311"/>
                  </a:lnTo>
                  <a:lnTo>
                    <a:pt x="635147" y="2968307"/>
                  </a:lnTo>
                  <a:lnTo>
                    <a:pt x="622228" y="2905847"/>
                  </a:lnTo>
                  <a:lnTo>
                    <a:pt x="522786" y="2821567"/>
                  </a:lnTo>
                  <a:lnTo>
                    <a:pt x="493607" y="2699077"/>
                  </a:lnTo>
                  <a:lnTo>
                    <a:pt x="421654" y="2688166"/>
                  </a:lnTo>
                  <a:lnTo>
                    <a:pt x="298778" y="2648289"/>
                  </a:lnTo>
                  <a:lnTo>
                    <a:pt x="239743" y="2603362"/>
                  </a:lnTo>
                  <a:lnTo>
                    <a:pt x="90354" y="2579302"/>
                  </a:lnTo>
                  <a:lnTo>
                    <a:pt x="66620" y="2566248"/>
                  </a:lnTo>
                  <a:lnTo>
                    <a:pt x="48294" y="2546619"/>
                  </a:lnTo>
                  <a:lnTo>
                    <a:pt x="235875" y="2557863"/>
                  </a:lnTo>
                  <a:lnTo>
                    <a:pt x="469272" y="2655435"/>
                  </a:lnTo>
                  <a:lnTo>
                    <a:pt x="525114" y="2651481"/>
                  </a:lnTo>
                  <a:lnTo>
                    <a:pt x="547121" y="2728425"/>
                  </a:lnTo>
                  <a:lnTo>
                    <a:pt x="620539" y="2797269"/>
                  </a:lnTo>
                  <a:lnTo>
                    <a:pt x="655013" y="2837813"/>
                  </a:lnTo>
                  <a:lnTo>
                    <a:pt x="702030" y="2876309"/>
                  </a:lnTo>
                  <a:lnTo>
                    <a:pt x="750174" y="2855012"/>
                  </a:lnTo>
                  <a:lnTo>
                    <a:pt x="792460" y="2816421"/>
                  </a:lnTo>
                  <a:lnTo>
                    <a:pt x="779016" y="2759631"/>
                  </a:lnTo>
                  <a:lnTo>
                    <a:pt x="758887" y="2722183"/>
                  </a:lnTo>
                  <a:lnTo>
                    <a:pt x="701843" y="2660295"/>
                  </a:lnTo>
                  <a:lnTo>
                    <a:pt x="627824" y="2626945"/>
                  </a:lnTo>
                  <a:lnTo>
                    <a:pt x="540511" y="2553098"/>
                  </a:lnTo>
                  <a:lnTo>
                    <a:pt x="442684" y="2429941"/>
                  </a:lnTo>
                  <a:lnTo>
                    <a:pt x="429014" y="2400259"/>
                  </a:lnTo>
                  <a:lnTo>
                    <a:pt x="427587" y="2374675"/>
                  </a:lnTo>
                  <a:lnTo>
                    <a:pt x="596279" y="2565962"/>
                  </a:lnTo>
                  <a:lnTo>
                    <a:pt x="661247" y="2600932"/>
                  </a:lnTo>
                  <a:lnTo>
                    <a:pt x="707964" y="2575157"/>
                  </a:lnTo>
                  <a:lnTo>
                    <a:pt x="698500" y="2543951"/>
                  </a:lnTo>
                  <a:lnTo>
                    <a:pt x="701955" y="2491067"/>
                  </a:lnTo>
                  <a:lnTo>
                    <a:pt x="807707" y="2519462"/>
                  </a:lnTo>
                  <a:lnTo>
                    <a:pt x="814692" y="2447664"/>
                  </a:lnTo>
                  <a:lnTo>
                    <a:pt x="803801" y="2384680"/>
                  </a:lnTo>
                  <a:lnTo>
                    <a:pt x="727604" y="2350425"/>
                  </a:lnTo>
                  <a:lnTo>
                    <a:pt x="775335" y="2310214"/>
                  </a:lnTo>
                  <a:lnTo>
                    <a:pt x="638039" y="2254233"/>
                  </a:lnTo>
                  <a:lnTo>
                    <a:pt x="587754" y="2214928"/>
                  </a:lnTo>
                  <a:lnTo>
                    <a:pt x="533639" y="2131076"/>
                  </a:lnTo>
                  <a:lnTo>
                    <a:pt x="460109" y="2077335"/>
                  </a:lnTo>
                  <a:lnTo>
                    <a:pt x="357249" y="1950414"/>
                  </a:lnTo>
                  <a:lnTo>
                    <a:pt x="298853" y="1859892"/>
                  </a:lnTo>
                  <a:lnTo>
                    <a:pt x="155810" y="1730446"/>
                  </a:lnTo>
                  <a:lnTo>
                    <a:pt x="186905" y="1728969"/>
                  </a:lnTo>
                  <a:lnTo>
                    <a:pt x="287399" y="1798956"/>
                  </a:lnTo>
                  <a:lnTo>
                    <a:pt x="373059" y="1929641"/>
                  </a:lnTo>
                  <a:lnTo>
                    <a:pt x="400623" y="1952605"/>
                  </a:lnTo>
                  <a:lnTo>
                    <a:pt x="631579" y="2202159"/>
                  </a:lnTo>
                  <a:lnTo>
                    <a:pt x="674541" y="2213689"/>
                  </a:lnTo>
                  <a:lnTo>
                    <a:pt x="745668" y="2208544"/>
                  </a:lnTo>
                  <a:lnTo>
                    <a:pt x="775298" y="2163759"/>
                  </a:lnTo>
                  <a:lnTo>
                    <a:pt x="784836" y="2092771"/>
                  </a:lnTo>
                  <a:lnTo>
                    <a:pt x="808984" y="2040316"/>
                  </a:lnTo>
                  <a:lnTo>
                    <a:pt x="807106" y="1995960"/>
                  </a:lnTo>
                  <a:lnTo>
                    <a:pt x="737368" y="1927974"/>
                  </a:lnTo>
                  <a:lnTo>
                    <a:pt x="647502" y="1881188"/>
                  </a:lnTo>
                  <a:lnTo>
                    <a:pt x="587717" y="1799909"/>
                  </a:lnTo>
                  <a:lnTo>
                    <a:pt x="514374" y="1761414"/>
                  </a:lnTo>
                  <a:lnTo>
                    <a:pt x="313273" y="1699811"/>
                  </a:lnTo>
                  <a:lnTo>
                    <a:pt x="205269" y="1544066"/>
                  </a:lnTo>
                  <a:lnTo>
                    <a:pt x="156712" y="1530964"/>
                  </a:lnTo>
                  <a:lnTo>
                    <a:pt x="62865" y="1560312"/>
                  </a:lnTo>
                  <a:lnTo>
                    <a:pt x="31094" y="1548878"/>
                  </a:lnTo>
                  <a:lnTo>
                    <a:pt x="0" y="1505094"/>
                  </a:lnTo>
                  <a:lnTo>
                    <a:pt x="22982" y="1375743"/>
                  </a:lnTo>
                  <a:lnTo>
                    <a:pt x="40971" y="1306661"/>
                  </a:lnTo>
                  <a:lnTo>
                    <a:pt x="114614" y="1231956"/>
                  </a:lnTo>
                  <a:lnTo>
                    <a:pt x="170569" y="1190030"/>
                  </a:lnTo>
                  <a:lnTo>
                    <a:pt x="206170" y="1135146"/>
                  </a:lnTo>
                  <a:lnTo>
                    <a:pt x="217887" y="1024423"/>
                  </a:lnTo>
                  <a:lnTo>
                    <a:pt x="227275" y="1133240"/>
                  </a:lnTo>
                  <a:lnTo>
                    <a:pt x="199786" y="1203418"/>
                  </a:lnTo>
                  <a:lnTo>
                    <a:pt x="137484" y="1257779"/>
                  </a:lnTo>
                  <a:lnTo>
                    <a:pt x="71352" y="1364261"/>
                  </a:lnTo>
                  <a:lnTo>
                    <a:pt x="55429" y="1409284"/>
                  </a:lnTo>
                  <a:lnTo>
                    <a:pt x="62414" y="1494279"/>
                  </a:lnTo>
                  <a:lnTo>
                    <a:pt x="121336" y="1504618"/>
                  </a:lnTo>
                  <a:lnTo>
                    <a:pt x="182248" y="1461072"/>
                  </a:lnTo>
                  <a:lnTo>
                    <a:pt x="240344" y="1457641"/>
                  </a:lnTo>
                  <a:lnTo>
                    <a:pt x="250183" y="1507762"/>
                  </a:lnTo>
                  <a:lnTo>
                    <a:pt x="279512" y="1553499"/>
                  </a:lnTo>
                  <a:lnTo>
                    <a:pt x="326042" y="1607098"/>
                  </a:lnTo>
                  <a:lnTo>
                    <a:pt x="342941" y="1563123"/>
                  </a:lnTo>
                  <a:lnTo>
                    <a:pt x="342678" y="1511288"/>
                  </a:lnTo>
                  <a:lnTo>
                    <a:pt x="418800" y="1635541"/>
                  </a:lnTo>
                  <a:lnTo>
                    <a:pt x="553805" y="1669320"/>
                  </a:lnTo>
                  <a:lnTo>
                    <a:pt x="660871" y="1722775"/>
                  </a:lnTo>
                  <a:lnTo>
                    <a:pt x="701204" y="1770085"/>
                  </a:lnTo>
                  <a:lnTo>
                    <a:pt x="747959" y="1807199"/>
                  </a:lnTo>
                  <a:lnTo>
                    <a:pt x="754305" y="1754744"/>
                  </a:lnTo>
                  <a:lnTo>
                    <a:pt x="729069" y="1700002"/>
                  </a:lnTo>
                  <a:lnTo>
                    <a:pt x="695947" y="1630348"/>
                  </a:lnTo>
                  <a:lnTo>
                    <a:pt x="516590" y="1448780"/>
                  </a:lnTo>
                  <a:lnTo>
                    <a:pt x="496160" y="1367644"/>
                  </a:lnTo>
                  <a:lnTo>
                    <a:pt x="489401" y="1294988"/>
                  </a:lnTo>
                  <a:lnTo>
                    <a:pt x="503371" y="1326623"/>
                  </a:lnTo>
                  <a:lnTo>
                    <a:pt x="512834" y="1366643"/>
                  </a:lnTo>
                  <a:lnTo>
                    <a:pt x="570104" y="1466884"/>
                  </a:lnTo>
                  <a:lnTo>
                    <a:pt x="618173" y="1498233"/>
                  </a:lnTo>
                  <a:lnTo>
                    <a:pt x="672889" y="1539349"/>
                  </a:lnTo>
                  <a:lnTo>
                    <a:pt x="707250" y="1532060"/>
                  </a:lnTo>
                  <a:lnTo>
                    <a:pt x="690088" y="1482082"/>
                  </a:lnTo>
                  <a:lnTo>
                    <a:pt x="657717" y="1428675"/>
                  </a:lnTo>
                  <a:lnTo>
                    <a:pt x="624782" y="1372837"/>
                  </a:lnTo>
                  <a:lnTo>
                    <a:pt x="597443" y="1167495"/>
                  </a:lnTo>
                  <a:lnTo>
                    <a:pt x="609573" y="1122949"/>
                  </a:lnTo>
                  <a:lnTo>
                    <a:pt x="613854" y="1071876"/>
                  </a:lnTo>
                  <a:lnTo>
                    <a:pt x="610775" y="1015562"/>
                  </a:lnTo>
                  <a:lnTo>
                    <a:pt x="630603" y="969824"/>
                  </a:lnTo>
                  <a:lnTo>
                    <a:pt x="611338" y="915225"/>
                  </a:lnTo>
                  <a:lnTo>
                    <a:pt x="580769" y="852718"/>
                  </a:lnTo>
                  <a:lnTo>
                    <a:pt x="590233" y="850050"/>
                  </a:lnTo>
                  <a:lnTo>
                    <a:pt x="646488" y="886497"/>
                  </a:lnTo>
                  <a:lnTo>
                    <a:pt x="687272" y="844285"/>
                  </a:lnTo>
                  <a:lnTo>
                    <a:pt x="681488" y="793402"/>
                  </a:lnTo>
                  <a:lnTo>
                    <a:pt x="633983" y="761529"/>
                  </a:lnTo>
                  <a:lnTo>
                    <a:pt x="568940" y="668244"/>
                  </a:lnTo>
                  <a:lnTo>
                    <a:pt x="571643" y="653570"/>
                  </a:lnTo>
                  <a:lnTo>
                    <a:pt x="686633" y="696830"/>
                  </a:lnTo>
                  <a:lnTo>
                    <a:pt x="700566" y="669673"/>
                  </a:lnTo>
                  <a:lnTo>
                    <a:pt x="698350" y="619838"/>
                  </a:lnTo>
                  <a:lnTo>
                    <a:pt x="734251" y="599590"/>
                  </a:lnTo>
                  <a:lnTo>
                    <a:pt x="744954" y="560713"/>
                  </a:lnTo>
                  <a:lnTo>
                    <a:pt x="743339" y="538226"/>
                  </a:lnTo>
                  <a:lnTo>
                    <a:pt x="755920" y="522265"/>
                  </a:lnTo>
                  <a:lnTo>
                    <a:pt x="797792" y="601448"/>
                  </a:lnTo>
                  <a:lnTo>
                    <a:pt x="812814" y="572767"/>
                  </a:lnTo>
                  <a:lnTo>
                    <a:pt x="819874" y="488391"/>
                  </a:lnTo>
                  <a:lnTo>
                    <a:pt x="838801" y="506257"/>
                  </a:lnTo>
                  <a:lnTo>
                    <a:pt x="844359" y="545658"/>
                  </a:lnTo>
                  <a:lnTo>
                    <a:pt x="901629" y="522932"/>
                  </a:lnTo>
                  <a:lnTo>
                    <a:pt x="935540" y="493775"/>
                  </a:lnTo>
                  <a:lnTo>
                    <a:pt x="948271" y="457471"/>
                  </a:lnTo>
                  <a:lnTo>
                    <a:pt x="944928" y="402157"/>
                  </a:lnTo>
                  <a:lnTo>
                    <a:pt x="961903" y="368855"/>
                  </a:lnTo>
                  <a:lnTo>
                    <a:pt x="1005503" y="361470"/>
                  </a:lnTo>
                  <a:lnTo>
                    <a:pt x="1041930" y="345510"/>
                  </a:lnTo>
                  <a:lnTo>
                    <a:pt x="1033105" y="424025"/>
                  </a:lnTo>
                  <a:lnTo>
                    <a:pt x="1108062" y="417879"/>
                  </a:lnTo>
                  <a:lnTo>
                    <a:pt x="1076892" y="459377"/>
                  </a:lnTo>
                  <a:lnTo>
                    <a:pt x="1045159" y="467905"/>
                  </a:lnTo>
                  <a:lnTo>
                    <a:pt x="1007944" y="515500"/>
                  </a:lnTo>
                  <a:lnTo>
                    <a:pt x="1057477" y="527459"/>
                  </a:lnTo>
                  <a:lnTo>
                    <a:pt x="1105734" y="549517"/>
                  </a:lnTo>
                  <a:lnTo>
                    <a:pt x="1028823" y="557998"/>
                  </a:lnTo>
                  <a:lnTo>
                    <a:pt x="953153" y="556473"/>
                  </a:lnTo>
                  <a:lnTo>
                    <a:pt x="892578" y="608976"/>
                  </a:lnTo>
                  <a:lnTo>
                    <a:pt x="829075" y="729417"/>
                  </a:lnTo>
                  <a:lnTo>
                    <a:pt x="843571" y="854290"/>
                  </a:lnTo>
                  <a:lnTo>
                    <a:pt x="908088" y="796404"/>
                  </a:lnTo>
                  <a:lnTo>
                    <a:pt x="906361" y="836233"/>
                  </a:lnTo>
                  <a:lnTo>
                    <a:pt x="867530" y="925421"/>
                  </a:lnTo>
                  <a:lnTo>
                    <a:pt x="821902" y="907412"/>
                  </a:lnTo>
                  <a:lnTo>
                    <a:pt x="769815" y="907221"/>
                  </a:lnTo>
                  <a:lnTo>
                    <a:pt x="756859" y="962440"/>
                  </a:lnTo>
                  <a:lnTo>
                    <a:pt x="756033" y="1005557"/>
                  </a:lnTo>
                  <a:lnTo>
                    <a:pt x="825132" y="971921"/>
                  </a:lnTo>
                  <a:lnTo>
                    <a:pt x="863399" y="998744"/>
                  </a:lnTo>
                  <a:lnTo>
                    <a:pt x="881012" y="1060060"/>
                  </a:lnTo>
                  <a:lnTo>
                    <a:pt x="820400" y="1089408"/>
                  </a:lnTo>
                  <a:lnTo>
                    <a:pt x="779354" y="1093744"/>
                  </a:lnTo>
                  <a:lnTo>
                    <a:pt x="747959" y="1199654"/>
                  </a:lnTo>
                  <a:lnTo>
                    <a:pt x="773383" y="1186791"/>
                  </a:lnTo>
                  <a:lnTo>
                    <a:pt x="796290" y="1138385"/>
                  </a:lnTo>
                  <a:lnTo>
                    <a:pt x="846537" y="1152202"/>
                  </a:lnTo>
                  <a:lnTo>
                    <a:pt x="875754" y="1202561"/>
                  </a:lnTo>
                  <a:lnTo>
                    <a:pt x="966559" y="1285936"/>
                  </a:lnTo>
                  <a:lnTo>
                    <a:pt x="997316" y="1282172"/>
                  </a:lnTo>
                  <a:lnTo>
                    <a:pt x="1009633" y="1304993"/>
                  </a:lnTo>
                  <a:lnTo>
                    <a:pt x="923485" y="1305136"/>
                  </a:lnTo>
                  <a:lnTo>
                    <a:pt x="857766" y="1288461"/>
                  </a:lnTo>
                  <a:lnTo>
                    <a:pt x="807181" y="1306708"/>
                  </a:lnTo>
                  <a:lnTo>
                    <a:pt x="783560" y="1409474"/>
                  </a:lnTo>
                  <a:lnTo>
                    <a:pt x="806805" y="1466265"/>
                  </a:lnTo>
                  <a:lnTo>
                    <a:pt x="847551" y="1539540"/>
                  </a:lnTo>
                  <a:lnTo>
                    <a:pt x="920744" y="1582133"/>
                  </a:lnTo>
                  <a:lnTo>
                    <a:pt x="970953" y="1619342"/>
                  </a:lnTo>
                  <a:lnTo>
                    <a:pt x="994725" y="1604382"/>
                  </a:lnTo>
                  <a:lnTo>
                    <a:pt x="1005202" y="1577178"/>
                  </a:lnTo>
                  <a:lnTo>
                    <a:pt x="1021313" y="1568221"/>
                  </a:lnTo>
                  <a:lnTo>
                    <a:pt x="1035433" y="1607812"/>
                  </a:lnTo>
                  <a:lnTo>
                    <a:pt x="1058604" y="1589946"/>
                  </a:lnTo>
                  <a:lnTo>
                    <a:pt x="1095857" y="1545209"/>
                  </a:lnTo>
                  <a:lnTo>
                    <a:pt x="1119028" y="1538825"/>
                  </a:lnTo>
                  <a:lnTo>
                    <a:pt x="1105133" y="1581085"/>
                  </a:lnTo>
                  <a:lnTo>
                    <a:pt x="1115009" y="1637208"/>
                  </a:lnTo>
                  <a:lnTo>
                    <a:pt x="1098824" y="1683327"/>
                  </a:lnTo>
                  <a:lnTo>
                    <a:pt x="1065664" y="1726968"/>
                  </a:lnTo>
                  <a:lnTo>
                    <a:pt x="1093942" y="1748455"/>
                  </a:lnTo>
                  <a:lnTo>
                    <a:pt x="1121394" y="1755125"/>
                  </a:lnTo>
                  <a:lnTo>
                    <a:pt x="1167773" y="1807532"/>
                  </a:lnTo>
                  <a:lnTo>
                    <a:pt x="1141823" y="1860130"/>
                  </a:lnTo>
                  <a:lnTo>
                    <a:pt x="1125074" y="1919827"/>
                  </a:lnTo>
                  <a:lnTo>
                    <a:pt x="1214039" y="1917730"/>
                  </a:lnTo>
                  <a:lnTo>
                    <a:pt x="1272397" y="1937026"/>
                  </a:lnTo>
                  <a:lnTo>
                    <a:pt x="1226206" y="2066377"/>
                  </a:lnTo>
                  <a:lnTo>
                    <a:pt x="1170026" y="2129837"/>
                  </a:lnTo>
                  <a:lnTo>
                    <a:pt x="1096383" y="2263714"/>
                  </a:lnTo>
                  <a:lnTo>
                    <a:pt x="1029537" y="2479061"/>
                  </a:lnTo>
                  <a:lnTo>
                    <a:pt x="1012375" y="2610413"/>
                  </a:lnTo>
                  <a:lnTo>
                    <a:pt x="1022252" y="2660772"/>
                  </a:lnTo>
                  <a:lnTo>
                    <a:pt x="1060819" y="2719611"/>
                  </a:lnTo>
                  <a:lnTo>
                    <a:pt x="1122633" y="2578397"/>
                  </a:lnTo>
                  <a:lnTo>
                    <a:pt x="1154892" y="2452953"/>
                  </a:lnTo>
                  <a:lnTo>
                    <a:pt x="1189629" y="2406310"/>
                  </a:lnTo>
                  <a:lnTo>
                    <a:pt x="1241979" y="2364003"/>
                  </a:lnTo>
                  <a:lnTo>
                    <a:pt x="1293728" y="2345470"/>
                  </a:lnTo>
                  <a:lnTo>
                    <a:pt x="1327902" y="2322696"/>
                  </a:lnTo>
                  <a:lnTo>
                    <a:pt x="1320767" y="2251946"/>
                  </a:lnTo>
                  <a:lnTo>
                    <a:pt x="1490285" y="1867705"/>
                  </a:lnTo>
                  <a:lnTo>
                    <a:pt x="1507559" y="1828638"/>
                  </a:lnTo>
                  <a:lnTo>
                    <a:pt x="1555027" y="1766035"/>
                  </a:lnTo>
                  <a:lnTo>
                    <a:pt x="1606063" y="1655694"/>
                  </a:lnTo>
                  <a:lnTo>
                    <a:pt x="1656385" y="1643211"/>
                  </a:lnTo>
                  <a:lnTo>
                    <a:pt x="1670618" y="1601190"/>
                  </a:lnTo>
                  <a:lnTo>
                    <a:pt x="1676213" y="1517100"/>
                  </a:lnTo>
                  <a:lnTo>
                    <a:pt x="1689658" y="1495756"/>
                  </a:lnTo>
                  <a:lnTo>
                    <a:pt x="1710425" y="1477032"/>
                  </a:lnTo>
                  <a:lnTo>
                    <a:pt x="1723006" y="1492040"/>
                  </a:lnTo>
                  <a:lnTo>
                    <a:pt x="1722254" y="1535252"/>
                  </a:lnTo>
                  <a:lnTo>
                    <a:pt x="1740017" y="1518386"/>
                  </a:lnTo>
                  <a:lnTo>
                    <a:pt x="1749631" y="1476079"/>
                  </a:lnTo>
                  <a:lnTo>
                    <a:pt x="1750495" y="1447589"/>
                  </a:lnTo>
                  <a:lnTo>
                    <a:pt x="1751847" y="1400994"/>
                  </a:lnTo>
                  <a:lnTo>
                    <a:pt x="1723419" y="1327433"/>
                  </a:lnTo>
                  <a:lnTo>
                    <a:pt x="1694202" y="1307280"/>
                  </a:lnTo>
                  <a:lnTo>
                    <a:pt x="1635543" y="1315332"/>
                  </a:lnTo>
                  <a:lnTo>
                    <a:pt x="1680645" y="1275026"/>
                  </a:lnTo>
                  <a:lnTo>
                    <a:pt x="1714856" y="1186838"/>
                  </a:lnTo>
                  <a:lnTo>
                    <a:pt x="1711251" y="1133431"/>
                  </a:lnTo>
                  <a:lnTo>
                    <a:pt x="1637120" y="1092600"/>
                  </a:lnTo>
                  <a:lnTo>
                    <a:pt x="1540719" y="949004"/>
                  </a:lnTo>
                  <a:lnTo>
                    <a:pt x="1477817" y="825847"/>
                  </a:lnTo>
                  <a:lnTo>
                    <a:pt x="1462082" y="641802"/>
                  </a:lnTo>
                  <a:lnTo>
                    <a:pt x="1379651" y="523314"/>
                  </a:lnTo>
                  <a:lnTo>
                    <a:pt x="1338079" y="450991"/>
                  </a:lnTo>
                  <a:lnTo>
                    <a:pt x="1343149" y="376811"/>
                  </a:lnTo>
                  <a:lnTo>
                    <a:pt x="1332146" y="341222"/>
                  </a:lnTo>
                  <a:lnTo>
                    <a:pt x="1327526" y="291149"/>
                  </a:lnTo>
                  <a:lnTo>
                    <a:pt x="1393246" y="216397"/>
                  </a:lnTo>
                  <a:lnTo>
                    <a:pt x="1422275" y="154366"/>
                  </a:lnTo>
                  <a:lnTo>
                    <a:pt x="1455660" y="120730"/>
                  </a:lnTo>
                  <a:lnTo>
                    <a:pt x="1471320" y="104960"/>
                  </a:lnTo>
                  <a:lnTo>
                    <a:pt x="1532645" y="72658"/>
                  </a:lnTo>
                  <a:lnTo>
                    <a:pt x="1646433" y="43310"/>
                  </a:lnTo>
                  <a:lnTo>
                    <a:pt x="168443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82909" y="1896563"/>
              <a:ext cx="1082264" cy="973826"/>
            </a:xfrm>
            <a:custGeom>
              <a:avLst/>
              <a:pathLst>
                <a:path w="1082264" h="973826">
                  <a:moveTo>
                    <a:pt x="326570" y="0"/>
                  </a:moveTo>
                  <a:lnTo>
                    <a:pt x="323338" y="7149"/>
                  </a:lnTo>
                  <a:lnTo>
                    <a:pt x="284883" y="66988"/>
                  </a:lnTo>
                  <a:lnTo>
                    <a:pt x="131550" y="106770"/>
                  </a:lnTo>
                  <a:lnTo>
                    <a:pt x="78712" y="145838"/>
                  </a:lnTo>
                  <a:lnTo>
                    <a:pt x="40445" y="221257"/>
                  </a:lnTo>
                  <a:lnTo>
                    <a:pt x="525" y="329120"/>
                  </a:lnTo>
                  <a:lnTo>
                    <a:pt x="3830" y="397393"/>
                  </a:lnTo>
                  <a:lnTo>
                    <a:pt x="0" y="438080"/>
                  </a:lnTo>
                  <a:lnTo>
                    <a:pt x="131363" y="584773"/>
                  </a:lnTo>
                  <a:lnTo>
                    <a:pt x="225473" y="638991"/>
                  </a:lnTo>
                  <a:lnTo>
                    <a:pt x="298477" y="713552"/>
                  </a:lnTo>
                  <a:lnTo>
                    <a:pt x="364572" y="710646"/>
                  </a:lnTo>
                  <a:lnTo>
                    <a:pt x="422179" y="732705"/>
                  </a:lnTo>
                  <a:lnTo>
                    <a:pt x="482378" y="774440"/>
                  </a:lnTo>
                  <a:lnTo>
                    <a:pt x="464465" y="870346"/>
                  </a:lnTo>
                  <a:lnTo>
                    <a:pt x="438327" y="965203"/>
                  </a:lnTo>
                  <a:lnTo>
                    <a:pt x="462061" y="973826"/>
                  </a:lnTo>
                  <a:lnTo>
                    <a:pt x="561241" y="914511"/>
                  </a:lnTo>
                  <a:lnTo>
                    <a:pt x="675480" y="713552"/>
                  </a:lnTo>
                  <a:lnTo>
                    <a:pt x="707138" y="674866"/>
                  </a:lnTo>
                  <a:lnTo>
                    <a:pt x="708527" y="630892"/>
                  </a:lnTo>
                  <a:lnTo>
                    <a:pt x="727191" y="607928"/>
                  </a:lnTo>
                  <a:lnTo>
                    <a:pt x="774509" y="577913"/>
                  </a:lnTo>
                  <a:lnTo>
                    <a:pt x="807444" y="582105"/>
                  </a:lnTo>
                  <a:lnTo>
                    <a:pt x="842481" y="538559"/>
                  </a:lnTo>
                  <a:lnTo>
                    <a:pt x="856301" y="472860"/>
                  </a:lnTo>
                  <a:lnTo>
                    <a:pt x="872449" y="441368"/>
                  </a:lnTo>
                  <a:lnTo>
                    <a:pt x="859230" y="380908"/>
                  </a:lnTo>
                  <a:lnTo>
                    <a:pt x="918002" y="393486"/>
                  </a:lnTo>
                  <a:lnTo>
                    <a:pt x="974971" y="317400"/>
                  </a:lnTo>
                  <a:lnTo>
                    <a:pt x="1036822" y="207392"/>
                  </a:lnTo>
                  <a:lnTo>
                    <a:pt x="1081812" y="1003"/>
                  </a:lnTo>
                  <a:lnTo>
                    <a:pt x="10822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90596" y="1896563"/>
              <a:ext cx="28664" cy="147362"/>
            </a:xfrm>
            <a:custGeom>
              <a:avLst/>
              <a:pathLst>
                <a:path w="28664" h="147362">
                  <a:moveTo>
                    <a:pt x="9999" y="0"/>
                  </a:moveTo>
                  <a:lnTo>
                    <a:pt x="0" y="107390"/>
                  </a:lnTo>
                  <a:lnTo>
                    <a:pt x="3116" y="147362"/>
                  </a:lnTo>
                  <a:lnTo>
                    <a:pt x="26963" y="15724"/>
                  </a:lnTo>
                  <a:lnTo>
                    <a:pt x="286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047669" y="4494480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297704" y="3743851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68887" y="445907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903202" y="409048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4480732" y="2668873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016251" y="231650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211894" y="462987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155937" y="454687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893558" y="338762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149063" y="3695522"/>
              <a:ext cx="194617" cy="168543"/>
            </a:xfrm>
            <a:custGeom>
              <a:avLst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120245" y="4410747"/>
              <a:ext cx="194617" cy="168543"/>
            </a:xfrm>
            <a:custGeom>
              <a:avLst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6095" y="3807884"/>
              <a:ext cx="420893" cy="2"/>
            </a:xfrm>
            <a:custGeom>
              <a:avLst/>
              <a:pathLst>
                <a:path w="420893" h="2">
                  <a:moveTo>
                    <a:pt x="420893" y="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47277" y="4523109"/>
              <a:ext cx="409282" cy="1"/>
            </a:xfrm>
            <a:custGeom>
              <a:avLst/>
              <a:pathLst>
                <a:path w="409282" h="1">
                  <a:moveTo>
                    <a:pt x="409282" y="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796988" y="3711920"/>
              <a:ext cx="667694" cy="191932"/>
            </a:xfrm>
            <a:custGeom>
              <a:avLst/>
              <a:pathLst>
                <a:path w="667694" h="191932">
                  <a:moveTo>
                    <a:pt x="27431" y="191932"/>
                  </a:moveTo>
                  <a:lnTo>
                    <a:pt x="640262" y="191932"/>
                  </a:lnTo>
                  <a:lnTo>
                    <a:pt x="639158" y="191910"/>
                  </a:lnTo>
                  <a:lnTo>
                    <a:pt x="643569" y="191732"/>
                  </a:lnTo>
                  <a:lnTo>
                    <a:pt x="647894" y="190849"/>
                  </a:lnTo>
                  <a:lnTo>
                    <a:pt x="652022" y="189284"/>
                  </a:lnTo>
                  <a:lnTo>
                    <a:pt x="655846" y="187076"/>
                  </a:lnTo>
                  <a:lnTo>
                    <a:pt x="659265" y="184284"/>
                  </a:lnTo>
                  <a:lnTo>
                    <a:pt x="662193" y="180980"/>
                  </a:lnTo>
                  <a:lnTo>
                    <a:pt x="664552" y="177248"/>
                  </a:lnTo>
                  <a:lnTo>
                    <a:pt x="666283" y="173187"/>
                  </a:lnTo>
                  <a:lnTo>
                    <a:pt x="667339" y="168900"/>
                  </a:lnTo>
                  <a:lnTo>
                    <a:pt x="667694" y="164500"/>
                  </a:lnTo>
                  <a:lnTo>
                    <a:pt x="667694" y="27432"/>
                  </a:lnTo>
                  <a:lnTo>
                    <a:pt x="667339" y="23031"/>
                  </a:lnTo>
                  <a:lnTo>
                    <a:pt x="666283" y="18745"/>
                  </a:lnTo>
                  <a:lnTo>
                    <a:pt x="664552" y="14683"/>
                  </a:lnTo>
                  <a:lnTo>
                    <a:pt x="662193" y="10952"/>
                  </a:lnTo>
                  <a:lnTo>
                    <a:pt x="659265" y="7647"/>
                  </a:lnTo>
                  <a:lnTo>
                    <a:pt x="655846" y="4855"/>
                  </a:lnTo>
                  <a:lnTo>
                    <a:pt x="652022" y="2648"/>
                  </a:lnTo>
                  <a:lnTo>
                    <a:pt x="647894" y="1083"/>
                  </a:lnTo>
                  <a:lnTo>
                    <a:pt x="643569" y="200"/>
                  </a:lnTo>
                  <a:lnTo>
                    <a:pt x="640262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3842708" y="3757640"/>
              <a:ext cx="576254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28" name="pg28"/>
            <p:cNvSpPr/>
            <p:nvPr/>
          </p:nvSpPr>
          <p:spPr>
            <a:xfrm>
              <a:off x="3756560" y="4427144"/>
              <a:ext cx="690920" cy="191932"/>
            </a:xfrm>
            <a:custGeom>
              <a:avLst/>
              <a:pathLst>
                <a:path w="690920" h="191932">
                  <a:moveTo>
                    <a:pt x="27432" y="191932"/>
                  </a:moveTo>
                  <a:lnTo>
                    <a:pt x="663488" y="191932"/>
                  </a:lnTo>
                  <a:lnTo>
                    <a:pt x="662384" y="191910"/>
                  </a:lnTo>
                  <a:lnTo>
                    <a:pt x="666795" y="191732"/>
                  </a:lnTo>
                  <a:lnTo>
                    <a:pt x="671120" y="190849"/>
                  </a:lnTo>
                  <a:lnTo>
                    <a:pt x="675248" y="189284"/>
                  </a:lnTo>
                  <a:lnTo>
                    <a:pt x="679071" y="187076"/>
                  </a:lnTo>
                  <a:lnTo>
                    <a:pt x="682491" y="184284"/>
                  </a:lnTo>
                  <a:lnTo>
                    <a:pt x="685418" y="180980"/>
                  </a:lnTo>
                  <a:lnTo>
                    <a:pt x="687778" y="177248"/>
                  </a:lnTo>
                  <a:lnTo>
                    <a:pt x="689508" y="173187"/>
                  </a:lnTo>
                  <a:lnTo>
                    <a:pt x="690565" y="168900"/>
                  </a:lnTo>
                  <a:lnTo>
                    <a:pt x="690920" y="164500"/>
                  </a:lnTo>
                  <a:lnTo>
                    <a:pt x="690920" y="27432"/>
                  </a:lnTo>
                  <a:lnTo>
                    <a:pt x="690565" y="23031"/>
                  </a:lnTo>
                  <a:lnTo>
                    <a:pt x="689508" y="18745"/>
                  </a:lnTo>
                  <a:lnTo>
                    <a:pt x="687778" y="14683"/>
                  </a:lnTo>
                  <a:lnTo>
                    <a:pt x="685418" y="10952"/>
                  </a:lnTo>
                  <a:lnTo>
                    <a:pt x="682491" y="7647"/>
                  </a:lnTo>
                  <a:lnTo>
                    <a:pt x="679071" y="4855"/>
                  </a:lnTo>
                  <a:lnTo>
                    <a:pt x="675248" y="2648"/>
                  </a:lnTo>
                  <a:lnTo>
                    <a:pt x="671120" y="1083"/>
                  </a:lnTo>
                  <a:lnTo>
                    <a:pt x="666795" y="200"/>
                  </a:lnTo>
                  <a:lnTo>
                    <a:pt x="66348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3802280" y="4472864"/>
              <a:ext cx="599480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049624" y="3651543"/>
              <a:ext cx="185611" cy="147492"/>
            </a:xfrm>
            <a:custGeom>
              <a:avLst/>
              <a:pathLst>
                <a:path w="185611" h="147492">
                  <a:moveTo>
                    <a:pt x="0" y="0"/>
                  </a:moveTo>
                  <a:lnTo>
                    <a:pt x="185611" y="14749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080122" y="4375697"/>
              <a:ext cx="127767" cy="137046"/>
            </a:xfrm>
            <a:custGeom>
              <a:avLst/>
              <a:pathLst>
                <a:path w="127767" h="137046">
                  <a:moveTo>
                    <a:pt x="0" y="0"/>
                  </a:moveTo>
                  <a:lnTo>
                    <a:pt x="127767" y="13704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366385" y="3536282"/>
              <a:ext cx="683239" cy="191932"/>
            </a:xfrm>
            <a:custGeom>
              <a:avLst/>
              <a:pathLst>
                <a:path w="683239" h="191932">
                  <a:moveTo>
                    <a:pt x="27431" y="191932"/>
                  </a:moveTo>
                  <a:lnTo>
                    <a:pt x="655807" y="191932"/>
                  </a:lnTo>
                  <a:lnTo>
                    <a:pt x="654703" y="191910"/>
                  </a:lnTo>
                  <a:lnTo>
                    <a:pt x="659114" y="191732"/>
                  </a:lnTo>
                  <a:lnTo>
                    <a:pt x="663439" y="190849"/>
                  </a:lnTo>
                  <a:lnTo>
                    <a:pt x="667567" y="189284"/>
                  </a:lnTo>
                  <a:lnTo>
                    <a:pt x="671390" y="187076"/>
                  </a:lnTo>
                  <a:lnTo>
                    <a:pt x="674810" y="184284"/>
                  </a:lnTo>
                  <a:lnTo>
                    <a:pt x="677737" y="180980"/>
                  </a:lnTo>
                  <a:lnTo>
                    <a:pt x="680097" y="177248"/>
                  </a:lnTo>
                  <a:lnTo>
                    <a:pt x="681827" y="173187"/>
                  </a:lnTo>
                  <a:lnTo>
                    <a:pt x="682884" y="168900"/>
                  </a:lnTo>
                  <a:lnTo>
                    <a:pt x="683239" y="164500"/>
                  </a:lnTo>
                  <a:lnTo>
                    <a:pt x="683239" y="27432"/>
                  </a:lnTo>
                  <a:lnTo>
                    <a:pt x="682884" y="23031"/>
                  </a:lnTo>
                  <a:lnTo>
                    <a:pt x="681827" y="18745"/>
                  </a:lnTo>
                  <a:lnTo>
                    <a:pt x="680097" y="14683"/>
                  </a:lnTo>
                  <a:lnTo>
                    <a:pt x="677737" y="10952"/>
                  </a:lnTo>
                  <a:lnTo>
                    <a:pt x="674810" y="7647"/>
                  </a:lnTo>
                  <a:lnTo>
                    <a:pt x="671390" y="4855"/>
                  </a:lnTo>
                  <a:lnTo>
                    <a:pt x="667567" y="2648"/>
                  </a:lnTo>
                  <a:lnTo>
                    <a:pt x="663439" y="1083"/>
                  </a:lnTo>
                  <a:lnTo>
                    <a:pt x="659114" y="200"/>
                  </a:lnTo>
                  <a:lnTo>
                    <a:pt x="655807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2412105" y="3582002"/>
              <a:ext cx="591799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34" name="pg34"/>
            <p:cNvSpPr/>
            <p:nvPr/>
          </p:nvSpPr>
          <p:spPr>
            <a:xfrm>
              <a:off x="2334886" y="4251517"/>
              <a:ext cx="745236" cy="191932"/>
            </a:xfrm>
            <a:custGeom>
              <a:avLst/>
              <a:pathLst>
                <a:path w="745236" h="191932">
                  <a:moveTo>
                    <a:pt x="27431" y="191932"/>
                  </a:moveTo>
                  <a:lnTo>
                    <a:pt x="717804" y="191932"/>
                  </a:lnTo>
                  <a:lnTo>
                    <a:pt x="716699" y="191910"/>
                  </a:lnTo>
                  <a:lnTo>
                    <a:pt x="721110" y="191732"/>
                  </a:lnTo>
                  <a:lnTo>
                    <a:pt x="725436" y="190849"/>
                  </a:lnTo>
                  <a:lnTo>
                    <a:pt x="729563" y="189284"/>
                  </a:lnTo>
                  <a:lnTo>
                    <a:pt x="733387" y="187076"/>
                  </a:lnTo>
                  <a:lnTo>
                    <a:pt x="736806" y="184284"/>
                  </a:lnTo>
                  <a:lnTo>
                    <a:pt x="739734" y="180980"/>
                  </a:lnTo>
                  <a:lnTo>
                    <a:pt x="742093" y="177248"/>
                  </a:lnTo>
                  <a:lnTo>
                    <a:pt x="743824" y="173187"/>
                  </a:lnTo>
                  <a:lnTo>
                    <a:pt x="744880" y="168900"/>
                  </a:lnTo>
                  <a:lnTo>
                    <a:pt x="745236" y="164500"/>
                  </a:lnTo>
                  <a:lnTo>
                    <a:pt x="745236" y="27432"/>
                  </a:lnTo>
                  <a:lnTo>
                    <a:pt x="744880" y="23031"/>
                  </a:lnTo>
                  <a:lnTo>
                    <a:pt x="743824" y="18745"/>
                  </a:lnTo>
                  <a:lnTo>
                    <a:pt x="742093" y="14683"/>
                  </a:lnTo>
                  <a:lnTo>
                    <a:pt x="739734" y="10952"/>
                  </a:lnTo>
                  <a:lnTo>
                    <a:pt x="736806" y="7647"/>
                  </a:lnTo>
                  <a:lnTo>
                    <a:pt x="733387" y="4855"/>
                  </a:lnTo>
                  <a:lnTo>
                    <a:pt x="729563" y="2648"/>
                  </a:lnTo>
                  <a:lnTo>
                    <a:pt x="725436" y="1083"/>
                  </a:lnTo>
                  <a:lnTo>
                    <a:pt x="721110" y="200"/>
                  </a:lnTo>
                  <a:lnTo>
                    <a:pt x="71780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2380606" y="4297237"/>
              <a:ext cx="653796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36" name="pl36"/>
            <p:cNvSpPr/>
            <p:nvPr/>
          </p:nvSpPr>
          <p:spPr>
            <a:xfrm>
              <a:off x="3114115" y="4572330"/>
              <a:ext cx="114587" cy="656102"/>
            </a:xfrm>
            <a:custGeom>
              <a:avLst/>
              <a:pathLst>
                <a:path w="114587" h="656102">
                  <a:moveTo>
                    <a:pt x="114587" y="6561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228702" y="5145554"/>
              <a:ext cx="535106" cy="191932"/>
            </a:xfrm>
            <a:custGeom>
              <a:avLst/>
              <a:pathLst>
                <a:path w="535106" h="191932">
                  <a:moveTo>
                    <a:pt x="27431" y="191932"/>
                  </a:moveTo>
                  <a:lnTo>
                    <a:pt x="507674" y="191932"/>
                  </a:lnTo>
                  <a:lnTo>
                    <a:pt x="506570" y="191910"/>
                  </a:lnTo>
                  <a:lnTo>
                    <a:pt x="510981" y="191732"/>
                  </a:lnTo>
                  <a:lnTo>
                    <a:pt x="515306" y="190849"/>
                  </a:lnTo>
                  <a:lnTo>
                    <a:pt x="519434" y="189284"/>
                  </a:lnTo>
                  <a:lnTo>
                    <a:pt x="523258" y="187076"/>
                  </a:lnTo>
                  <a:lnTo>
                    <a:pt x="526677" y="184284"/>
                  </a:lnTo>
                  <a:lnTo>
                    <a:pt x="529605" y="180980"/>
                  </a:lnTo>
                  <a:lnTo>
                    <a:pt x="531964" y="177248"/>
                  </a:lnTo>
                  <a:lnTo>
                    <a:pt x="533695" y="173187"/>
                  </a:lnTo>
                  <a:lnTo>
                    <a:pt x="534751" y="168900"/>
                  </a:lnTo>
                  <a:lnTo>
                    <a:pt x="535106" y="164500"/>
                  </a:lnTo>
                  <a:lnTo>
                    <a:pt x="535106" y="27431"/>
                  </a:lnTo>
                  <a:lnTo>
                    <a:pt x="534751" y="23031"/>
                  </a:lnTo>
                  <a:lnTo>
                    <a:pt x="533695" y="18745"/>
                  </a:lnTo>
                  <a:lnTo>
                    <a:pt x="531964" y="14683"/>
                  </a:lnTo>
                  <a:lnTo>
                    <a:pt x="529605" y="10952"/>
                  </a:lnTo>
                  <a:lnTo>
                    <a:pt x="526677" y="7647"/>
                  </a:lnTo>
                  <a:lnTo>
                    <a:pt x="523258" y="4855"/>
                  </a:lnTo>
                  <a:lnTo>
                    <a:pt x="519434" y="2648"/>
                  </a:lnTo>
                  <a:lnTo>
                    <a:pt x="515306" y="1083"/>
                  </a:lnTo>
                  <a:lnTo>
                    <a:pt x="510981" y="200"/>
                  </a:lnTo>
                  <a:lnTo>
                    <a:pt x="50767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3274422" y="5191274"/>
              <a:ext cx="443666" cy="1004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2289166" y="1896563"/>
              <a:ext cx="0" cy="3824476"/>
            </a:xfrm>
            <a:custGeom>
              <a:avLst/>
              <a:pathLst>
                <a:path w="0" h="3824476">
                  <a:moveTo>
                    <a:pt x="0" y="382447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1883636" y="521115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36.5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101171" y="519277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145886" y="5211154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883636" y="472328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37.0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101171" y="470491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45886" y="4723289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883636" y="423542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37.5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01171" y="421704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145886" y="4235425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883636" y="374751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38.0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101171" y="372913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145886" y="3747514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883636" y="325964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38.5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101171" y="324127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145886" y="3259649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883636" y="277183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39.0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101171" y="275345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145886" y="2771830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883636" y="228396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39.5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101171" y="226558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145886" y="2283965"/>
              <a:ext cx="806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61" name="pl61"/>
            <p:cNvSpPr/>
            <p:nvPr/>
          </p:nvSpPr>
          <p:spPr>
            <a:xfrm>
              <a:off x="2254371" y="52522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254371" y="47643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254371" y="42765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254371" y="37886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254371" y="33007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254371" y="28129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254371" y="23250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9166" y="5721039"/>
              <a:ext cx="3917565" cy="0"/>
            </a:xfrm>
            <a:custGeom>
              <a:avLst/>
              <a:pathLst>
                <a:path w="3917565" h="0">
                  <a:moveTo>
                    <a:pt x="0" y="0"/>
                  </a:moveTo>
                  <a:lnTo>
                    <a:pt x="391756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7883" y="572103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6985" y="572103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486087" y="572103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255189" y="572103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024291" y="572103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810632" y="578366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77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934990" y="576529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79704" y="5783669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579734" y="578366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76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04092" y="576529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48806" y="5783669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348835" y="578366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473194" y="576529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517908" y="5783669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117937" y="578366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242296" y="576529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287010" y="5783669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887039" y="578366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73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011398" y="576529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056112" y="5783669"/>
              <a:ext cx="10543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941030" y="5925448"/>
              <a:ext cx="61383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519246" y="3758692"/>
              <a:ext cx="49715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91" name="rc91"/>
            <p:cNvSpPr/>
            <p:nvPr/>
          </p:nvSpPr>
          <p:spPr>
            <a:xfrm>
              <a:off x="6345910" y="3199943"/>
              <a:ext cx="1080373" cy="12177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6415499" y="3284985"/>
              <a:ext cx="24067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6415499" y="347024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452974" y="3507721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415499" y="368970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461194" y="373539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415499" y="390915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427918" y="3906524"/>
              <a:ext cx="194617" cy="168543"/>
            </a:xfrm>
            <a:custGeom>
              <a:avLst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415499" y="412861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427918" y="4125980"/>
              <a:ext cx="194617" cy="168543"/>
            </a:xfrm>
            <a:custGeom>
              <a:avLst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6704544" y="3539923"/>
              <a:ext cx="49715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Seascape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704544" y="3759379"/>
              <a:ext cx="65215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704544" y="3978835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6704544" y="4198291"/>
              <a:ext cx="5214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2289166" y="1669789"/>
              <a:ext cx="2262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Map of Common Garden Sites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2026-01-21T09:39:09Z</dcterms:modified>
  <cp:category/>
</cp:coreProperties>
</file>